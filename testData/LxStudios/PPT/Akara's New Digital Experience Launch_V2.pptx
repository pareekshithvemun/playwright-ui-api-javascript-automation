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56" r:id="rId5"/>
    <p:sldId id="257" r:id="rId6"/>
    <p:sldId id="258" r:id="rId7"/>
    <p:sldId id="259" r:id="rId8"/>
    <p:sldId id="260" r:id="rId9"/>
    <p:sldId id="261" r:id="rId10"/>
    <p:sldId id="262" r:id="rId11"/>
    <p:sldId id="263"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C42"/>
    <a:srgbClr val="1F497D"/>
    <a:srgbClr val="EFECE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56D7CD-F3D1-C542-894A-86EC68A9E0A5}" v="33" dt="2026-01-23T08:57:22.963"/>
    <p1510:client id="{CC215733-1602-7540-A8B5-3926B29FF56C}" v="28" dt="2026-01-23T08:45:17.2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62"/>
    <p:restoredTop sz="78507"/>
  </p:normalViewPr>
  <p:slideViewPr>
    <p:cSldViewPr snapToGrid="0" snapToObjects="1">
      <p:cViewPr varScale="1">
        <p:scale>
          <a:sx n="76" d="100"/>
          <a:sy n="76" d="100"/>
        </p:scale>
        <p:origin x="776" y="4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dy Li" userId="87754b87-a492-47c0-9ad6-0110d288f97b" providerId="ADAL" clId="{620C274D-27D0-5565-B25D-35CE4599090C}"/>
    <pc:docChg chg="custSel modSld">
      <pc:chgData name="Judy Li" userId="87754b87-a492-47c0-9ad6-0110d288f97b" providerId="ADAL" clId="{620C274D-27D0-5565-B25D-35CE4599090C}" dt="2026-01-23T08:58:08.272" v="58" actId="1076"/>
      <pc:docMkLst>
        <pc:docMk/>
      </pc:docMkLst>
      <pc:sldChg chg="addSp delSp modSp mod">
        <pc:chgData name="Judy Li" userId="87754b87-a492-47c0-9ad6-0110d288f97b" providerId="ADAL" clId="{620C274D-27D0-5565-B25D-35CE4599090C}" dt="2026-01-23T08:57:22.963" v="55" actId="2711"/>
        <pc:sldMkLst>
          <pc:docMk/>
          <pc:sldMk cId="0" sldId="257"/>
        </pc:sldMkLst>
        <pc:spChg chg="del">
          <ac:chgData name="Judy Li" userId="87754b87-a492-47c0-9ad6-0110d288f97b" providerId="ADAL" clId="{620C274D-27D0-5565-B25D-35CE4599090C}" dt="2026-01-23T08:51:21.236" v="0" actId="26606"/>
          <ac:spMkLst>
            <pc:docMk/>
            <pc:sldMk cId="0" sldId="257"/>
            <ac:spMk id="3" creationId="{00000000-0000-0000-0000-000000000000}"/>
          </ac:spMkLst>
        </pc:spChg>
        <pc:graphicFrameChg chg="add mod">
          <ac:chgData name="Judy Li" userId="87754b87-a492-47c0-9ad6-0110d288f97b" providerId="ADAL" clId="{620C274D-27D0-5565-B25D-35CE4599090C}" dt="2026-01-23T08:57:22.963" v="55" actId="2711"/>
          <ac:graphicFrameMkLst>
            <pc:docMk/>
            <pc:sldMk cId="0" sldId="257"/>
            <ac:graphicFrameMk id="8" creationId="{EF0444F3-CB00-B028-7A58-ADF1B7A34EAC}"/>
          </ac:graphicFrameMkLst>
        </pc:graphicFrameChg>
      </pc:sldChg>
      <pc:sldChg chg="addSp delSp modSp mod">
        <pc:chgData name="Judy Li" userId="87754b87-a492-47c0-9ad6-0110d288f97b" providerId="ADAL" clId="{620C274D-27D0-5565-B25D-35CE4599090C}" dt="2026-01-23T08:56:44.528" v="48" actId="255"/>
        <pc:sldMkLst>
          <pc:docMk/>
          <pc:sldMk cId="0" sldId="258"/>
        </pc:sldMkLst>
        <pc:spChg chg="del">
          <ac:chgData name="Judy Li" userId="87754b87-a492-47c0-9ad6-0110d288f97b" providerId="ADAL" clId="{620C274D-27D0-5565-B25D-35CE4599090C}" dt="2026-01-23T08:51:47.476" v="1" actId="26606"/>
          <ac:spMkLst>
            <pc:docMk/>
            <pc:sldMk cId="0" sldId="258"/>
            <ac:spMk id="3" creationId="{00000000-0000-0000-0000-000000000000}"/>
          </ac:spMkLst>
        </pc:spChg>
        <pc:graphicFrameChg chg="add mod">
          <ac:chgData name="Judy Li" userId="87754b87-a492-47c0-9ad6-0110d288f97b" providerId="ADAL" clId="{620C274D-27D0-5565-B25D-35CE4599090C}" dt="2026-01-23T08:56:44.528" v="48" actId="255"/>
          <ac:graphicFrameMkLst>
            <pc:docMk/>
            <pc:sldMk cId="0" sldId="258"/>
            <ac:graphicFrameMk id="6" creationId="{1304DEA3-D34D-ACD8-84D5-A0A13EB3F4C7}"/>
          </ac:graphicFrameMkLst>
        </pc:graphicFrameChg>
      </pc:sldChg>
      <pc:sldChg chg="addSp delSp modSp mod">
        <pc:chgData name="Judy Li" userId="87754b87-a492-47c0-9ad6-0110d288f97b" providerId="ADAL" clId="{620C274D-27D0-5565-B25D-35CE4599090C}" dt="2026-01-23T08:57:58.025" v="57" actId="1076"/>
        <pc:sldMkLst>
          <pc:docMk/>
          <pc:sldMk cId="0" sldId="259"/>
        </pc:sldMkLst>
        <pc:spChg chg="del">
          <ac:chgData name="Judy Li" userId="87754b87-a492-47c0-9ad6-0110d288f97b" providerId="ADAL" clId="{620C274D-27D0-5565-B25D-35CE4599090C}" dt="2026-01-23T08:52:05.325" v="2" actId="26606"/>
          <ac:spMkLst>
            <pc:docMk/>
            <pc:sldMk cId="0" sldId="259"/>
            <ac:spMk id="3" creationId="{00000000-0000-0000-0000-000000000000}"/>
          </ac:spMkLst>
        </pc:spChg>
        <pc:graphicFrameChg chg="add mod">
          <ac:chgData name="Judy Li" userId="87754b87-a492-47c0-9ad6-0110d288f97b" providerId="ADAL" clId="{620C274D-27D0-5565-B25D-35CE4599090C}" dt="2026-01-23T08:57:58.025" v="57" actId="1076"/>
          <ac:graphicFrameMkLst>
            <pc:docMk/>
            <pc:sldMk cId="0" sldId="259"/>
            <ac:graphicFrameMk id="6" creationId="{43FEF205-EDC0-B818-E161-6DD36959FDE1}"/>
          </ac:graphicFrameMkLst>
        </pc:graphicFrameChg>
      </pc:sldChg>
      <pc:sldChg chg="addSp delSp modSp mod">
        <pc:chgData name="Judy Li" userId="87754b87-a492-47c0-9ad6-0110d288f97b" providerId="ADAL" clId="{620C274D-27D0-5565-B25D-35CE4599090C}" dt="2026-01-23T08:57:50.190" v="56" actId="1076"/>
        <pc:sldMkLst>
          <pc:docMk/>
          <pc:sldMk cId="0" sldId="260"/>
        </pc:sldMkLst>
        <pc:spChg chg="del">
          <ac:chgData name="Judy Li" userId="87754b87-a492-47c0-9ad6-0110d288f97b" providerId="ADAL" clId="{620C274D-27D0-5565-B25D-35CE4599090C}" dt="2026-01-23T08:52:17.743" v="3" actId="26606"/>
          <ac:spMkLst>
            <pc:docMk/>
            <pc:sldMk cId="0" sldId="260"/>
            <ac:spMk id="3" creationId="{00000000-0000-0000-0000-000000000000}"/>
          </ac:spMkLst>
        </pc:spChg>
        <pc:graphicFrameChg chg="add mod">
          <ac:chgData name="Judy Li" userId="87754b87-a492-47c0-9ad6-0110d288f97b" providerId="ADAL" clId="{620C274D-27D0-5565-B25D-35CE4599090C}" dt="2026-01-23T08:57:50.190" v="56" actId="1076"/>
          <ac:graphicFrameMkLst>
            <pc:docMk/>
            <pc:sldMk cId="0" sldId="260"/>
            <ac:graphicFrameMk id="6" creationId="{454CDA87-EEEB-A533-FD64-BC7A43AE0CC9}"/>
          </ac:graphicFrameMkLst>
        </pc:graphicFrameChg>
      </pc:sldChg>
      <pc:sldChg chg="addSp delSp modSp mod">
        <pc:chgData name="Judy Li" userId="87754b87-a492-47c0-9ad6-0110d288f97b" providerId="ADAL" clId="{620C274D-27D0-5565-B25D-35CE4599090C}" dt="2026-01-23T08:55:40.043" v="40" actId="255"/>
        <pc:sldMkLst>
          <pc:docMk/>
          <pc:sldMk cId="0" sldId="261"/>
        </pc:sldMkLst>
        <pc:spChg chg="del">
          <ac:chgData name="Judy Li" userId="87754b87-a492-47c0-9ad6-0110d288f97b" providerId="ADAL" clId="{620C274D-27D0-5565-B25D-35CE4599090C}" dt="2026-01-23T08:52:40.960" v="4" actId="26606"/>
          <ac:spMkLst>
            <pc:docMk/>
            <pc:sldMk cId="0" sldId="261"/>
            <ac:spMk id="3" creationId="{00000000-0000-0000-0000-000000000000}"/>
          </ac:spMkLst>
        </pc:spChg>
        <pc:graphicFrameChg chg="add mod">
          <ac:chgData name="Judy Li" userId="87754b87-a492-47c0-9ad6-0110d288f97b" providerId="ADAL" clId="{620C274D-27D0-5565-B25D-35CE4599090C}" dt="2026-01-23T08:55:40.043" v="40" actId="255"/>
          <ac:graphicFrameMkLst>
            <pc:docMk/>
            <pc:sldMk cId="0" sldId="261"/>
            <ac:graphicFrameMk id="6" creationId="{0684F8E8-A405-DAE6-B427-836EF4243E9D}"/>
          </ac:graphicFrameMkLst>
        </pc:graphicFrameChg>
      </pc:sldChg>
      <pc:sldChg chg="addSp delSp modSp mod">
        <pc:chgData name="Judy Li" userId="87754b87-a492-47c0-9ad6-0110d288f97b" providerId="ADAL" clId="{620C274D-27D0-5565-B25D-35CE4599090C}" dt="2026-01-23T08:58:08.272" v="58" actId="1076"/>
        <pc:sldMkLst>
          <pc:docMk/>
          <pc:sldMk cId="0" sldId="263"/>
        </pc:sldMkLst>
        <pc:spChg chg="mod">
          <ac:chgData name="Judy Li" userId="87754b87-a492-47c0-9ad6-0110d288f97b" providerId="ADAL" clId="{620C274D-27D0-5565-B25D-35CE4599090C}" dt="2026-01-23T08:53:27.148" v="23" actId="20577"/>
          <ac:spMkLst>
            <pc:docMk/>
            <pc:sldMk cId="0" sldId="263"/>
            <ac:spMk id="2" creationId="{00000000-0000-0000-0000-000000000000}"/>
          </ac:spMkLst>
        </pc:spChg>
        <pc:spChg chg="del">
          <ac:chgData name="Judy Li" userId="87754b87-a492-47c0-9ad6-0110d288f97b" providerId="ADAL" clId="{620C274D-27D0-5565-B25D-35CE4599090C}" dt="2026-01-23T08:53:10.726" v="5" actId="26606"/>
          <ac:spMkLst>
            <pc:docMk/>
            <pc:sldMk cId="0" sldId="263"/>
            <ac:spMk id="3" creationId="{00000000-0000-0000-0000-000000000000}"/>
          </ac:spMkLst>
        </pc:spChg>
        <pc:graphicFrameChg chg="add mod">
          <ac:chgData name="Judy Li" userId="87754b87-a492-47c0-9ad6-0110d288f97b" providerId="ADAL" clId="{620C274D-27D0-5565-B25D-35CE4599090C}" dt="2026-01-23T08:58:08.272" v="58" actId="1076"/>
          <ac:graphicFrameMkLst>
            <pc:docMk/>
            <pc:sldMk cId="0" sldId="263"/>
            <ac:graphicFrameMk id="6" creationId="{B4225FB9-26FB-4CE4-21F8-7ACF5DDF6977}"/>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20.svg"/></Relationships>
</file>

<file path=ppt/diagrams/_rels/data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5.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6.svg"/><Relationship Id="rId4" Type="http://schemas.openxmlformats.org/officeDocument/2006/relationships/image" Target="../media/image30.svg"/><Relationship Id="rId9" Type="http://schemas.openxmlformats.org/officeDocument/2006/relationships/image" Target="../media/image5.png"/></Relationships>
</file>

<file path=ppt/diagrams/_rels/data6.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23.png"/><Relationship Id="rId7" Type="http://schemas.openxmlformats.org/officeDocument/2006/relationships/image" Target="../media/image9.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20.svg"/></Relationships>
</file>

<file path=ppt/diagrams/_rels/drawing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6.svg"/><Relationship Id="rId4" Type="http://schemas.openxmlformats.org/officeDocument/2006/relationships/image" Target="../media/image30.svg"/><Relationship Id="rId9" Type="http://schemas.openxmlformats.org/officeDocument/2006/relationships/image" Target="../media/image5.png"/></Relationships>
</file>

<file path=ppt/diagrams/_rels/drawing6.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23.png"/><Relationship Id="rId7" Type="http://schemas.openxmlformats.org/officeDocument/2006/relationships/image" Target="../media/image9.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F648AD-0F08-43E5-A1BB-25A398515E7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BE6B6AF-2F40-42D4-917D-8B2E4E00E95D}">
      <dgm:prSet custT="1"/>
      <dgm:spPr/>
      <dgm:t>
        <a:bodyPr/>
        <a:lstStyle/>
        <a:p>
          <a:pPr>
            <a:lnSpc>
              <a:spcPct val="100000"/>
            </a:lnSpc>
          </a:pPr>
          <a:r>
            <a:rPr lang="en-US" sz="1800" dirty="0">
              <a:latin typeface="Montserrat" pitchFamily="2" charset="77"/>
            </a:rPr>
            <a:t>Launching a new customer-facing digital experience </a:t>
          </a:r>
        </a:p>
      </dgm:t>
    </dgm:pt>
    <dgm:pt modelId="{86581B38-3D19-4CD6-B7FF-7873A583941D}" type="parTrans" cxnId="{93D4B90B-ADF2-430D-99E6-BF90E940BBD7}">
      <dgm:prSet/>
      <dgm:spPr/>
      <dgm:t>
        <a:bodyPr/>
        <a:lstStyle/>
        <a:p>
          <a:endParaRPr lang="en-US"/>
        </a:p>
      </dgm:t>
    </dgm:pt>
    <dgm:pt modelId="{227B0821-3A6D-4D67-8D1A-BDF6271927DD}" type="sibTrans" cxnId="{93D4B90B-ADF2-430D-99E6-BF90E940BBD7}">
      <dgm:prSet/>
      <dgm:spPr/>
      <dgm:t>
        <a:bodyPr/>
        <a:lstStyle/>
        <a:p>
          <a:endParaRPr lang="en-US"/>
        </a:p>
      </dgm:t>
    </dgm:pt>
    <dgm:pt modelId="{C6CD9064-4A81-4C54-A17C-EFFD5F5A5436}">
      <dgm:prSet custT="1"/>
      <dgm:spPr/>
      <dgm:t>
        <a:bodyPr/>
        <a:lstStyle/>
        <a:p>
          <a:pPr>
            <a:lnSpc>
              <a:spcPct val="100000"/>
            </a:lnSpc>
          </a:pPr>
          <a:r>
            <a:rPr lang="en-US" sz="1800" dirty="0">
              <a:latin typeface="Montserrat" pitchFamily="2" charset="77"/>
            </a:rPr>
            <a:t>Frontline confidence is critical to customer trust and adoption</a:t>
          </a:r>
        </a:p>
      </dgm:t>
    </dgm:pt>
    <dgm:pt modelId="{BBA5CDDD-9099-4BFF-8F7E-8E589209CE60}" type="parTrans" cxnId="{AB4154EB-CBDC-40B1-B97F-71287C67D3A3}">
      <dgm:prSet/>
      <dgm:spPr/>
      <dgm:t>
        <a:bodyPr/>
        <a:lstStyle/>
        <a:p>
          <a:endParaRPr lang="en-US"/>
        </a:p>
      </dgm:t>
    </dgm:pt>
    <dgm:pt modelId="{3CBB2CFB-2359-4E08-BAE5-691BB5DFE282}" type="sibTrans" cxnId="{AB4154EB-CBDC-40B1-B97F-71287C67D3A3}">
      <dgm:prSet/>
      <dgm:spPr/>
      <dgm:t>
        <a:bodyPr/>
        <a:lstStyle/>
        <a:p>
          <a:endParaRPr lang="en-US"/>
        </a:p>
      </dgm:t>
    </dgm:pt>
    <dgm:pt modelId="{581DEF40-D038-4A3A-BB73-9FEF801482A3}">
      <dgm:prSet custT="1"/>
      <dgm:spPr/>
      <dgm:t>
        <a:bodyPr/>
        <a:lstStyle/>
        <a:p>
          <a:pPr>
            <a:lnSpc>
              <a:spcPct val="100000"/>
            </a:lnSpc>
          </a:pPr>
          <a:r>
            <a:rPr lang="en-US" sz="1800" dirty="0">
              <a:latin typeface="Montserrat" pitchFamily="2" charset="77"/>
            </a:rPr>
            <a:t>Customers will look to frontline teams for reassurance and guidance</a:t>
          </a:r>
        </a:p>
      </dgm:t>
    </dgm:pt>
    <dgm:pt modelId="{9E871D5D-26F7-4DE6-A421-D35930689C4E}" type="parTrans" cxnId="{240D546A-1C96-4AB8-AE63-B9256C8F64F3}">
      <dgm:prSet/>
      <dgm:spPr/>
      <dgm:t>
        <a:bodyPr/>
        <a:lstStyle/>
        <a:p>
          <a:endParaRPr lang="en-US"/>
        </a:p>
      </dgm:t>
    </dgm:pt>
    <dgm:pt modelId="{152C558E-F71D-4418-B481-E08D5F456589}" type="sibTrans" cxnId="{240D546A-1C96-4AB8-AE63-B9256C8F64F3}">
      <dgm:prSet/>
      <dgm:spPr/>
      <dgm:t>
        <a:bodyPr/>
        <a:lstStyle/>
        <a:p>
          <a:endParaRPr lang="en-US"/>
        </a:p>
      </dgm:t>
    </dgm:pt>
    <dgm:pt modelId="{F5C288AB-BF5B-4AA5-9C76-C92A411C1480}" type="pres">
      <dgm:prSet presAssocID="{37F648AD-0F08-43E5-A1BB-25A398515E7C}" presName="root" presStyleCnt="0">
        <dgm:presLayoutVars>
          <dgm:dir/>
          <dgm:resizeHandles val="exact"/>
        </dgm:presLayoutVars>
      </dgm:prSet>
      <dgm:spPr/>
    </dgm:pt>
    <dgm:pt modelId="{2EB08E1C-BE85-4FD2-B53B-5144AF019498}" type="pres">
      <dgm:prSet presAssocID="{ABE6B6AF-2F40-42D4-917D-8B2E4E00E95D}" presName="compNode" presStyleCnt="0"/>
      <dgm:spPr/>
    </dgm:pt>
    <dgm:pt modelId="{54148743-E6CB-4B08-962A-39D9FC1BDD32}" type="pres">
      <dgm:prSet presAssocID="{ABE6B6AF-2F40-42D4-917D-8B2E4E00E95D}" presName="bgRect" presStyleLbl="bgShp" presStyleIdx="0" presStyleCnt="3"/>
      <dgm:spPr/>
    </dgm:pt>
    <dgm:pt modelId="{13E4C024-870F-4DCE-A265-15F6444A145A}" type="pres">
      <dgm:prSet presAssocID="{ABE6B6AF-2F40-42D4-917D-8B2E4E00E95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Virtual RealityHeadset"/>
        </a:ext>
      </dgm:extLst>
    </dgm:pt>
    <dgm:pt modelId="{34F2A390-088A-4A07-A20A-48D6FA219842}" type="pres">
      <dgm:prSet presAssocID="{ABE6B6AF-2F40-42D4-917D-8B2E4E00E95D}" presName="spaceRect" presStyleCnt="0"/>
      <dgm:spPr/>
    </dgm:pt>
    <dgm:pt modelId="{8C24385F-5614-4DF6-B1A2-3435819A248E}" type="pres">
      <dgm:prSet presAssocID="{ABE6B6AF-2F40-42D4-917D-8B2E4E00E95D}" presName="parTx" presStyleLbl="revTx" presStyleIdx="0" presStyleCnt="3">
        <dgm:presLayoutVars>
          <dgm:chMax val="0"/>
          <dgm:chPref val="0"/>
        </dgm:presLayoutVars>
      </dgm:prSet>
      <dgm:spPr/>
    </dgm:pt>
    <dgm:pt modelId="{7D4A965A-1644-422D-BDA4-C5A3EAE52C16}" type="pres">
      <dgm:prSet presAssocID="{227B0821-3A6D-4D67-8D1A-BDF6271927DD}" presName="sibTrans" presStyleCnt="0"/>
      <dgm:spPr/>
    </dgm:pt>
    <dgm:pt modelId="{8947DE75-23B9-4914-BDD3-F2EEDC41FFCE}" type="pres">
      <dgm:prSet presAssocID="{C6CD9064-4A81-4C54-A17C-EFFD5F5A5436}" presName="compNode" presStyleCnt="0"/>
      <dgm:spPr/>
    </dgm:pt>
    <dgm:pt modelId="{B02A4F31-0015-4208-B8CA-48940A1D4C11}" type="pres">
      <dgm:prSet presAssocID="{C6CD9064-4A81-4C54-A17C-EFFD5F5A5436}" presName="bgRect" presStyleLbl="bgShp" presStyleIdx="1" presStyleCnt="3"/>
      <dgm:spPr/>
    </dgm:pt>
    <dgm:pt modelId="{30BD829F-C474-450C-A231-2169A789991C}" type="pres">
      <dgm:prSet presAssocID="{C6CD9064-4A81-4C54-A17C-EFFD5F5A543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andshake"/>
        </a:ext>
      </dgm:extLst>
    </dgm:pt>
    <dgm:pt modelId="{87C1D399-2608-41DA-9DB7-3A0C2C859D25}" type="pres">
      <dgm:prSet presAssocID="{C6CD9064-4A81-4C54-A17C-EFFD5F5A5436}" presName="spaceRect" presStyleCnt="0"/>
      <dgm:spPr/>
    </dgm:pt>
    <dgm:pt modelId="{661CB82C-C134-492A-8BD2-5FD52947FEDB}" type="pres">
      <dgm:prSet presAssocID="{C6CD9064-4A81-4C54-A17C-EFFD5F5A5436}" presName="parTx" presStyleLbl="revTx" presStyleIdx="1" presStyleCnt="3">
        <dgm:presLayoutVars>
          <dgm:chMax val="0"/>
          <dgm:chPref val="0"/>
        </dgm:presLayoutVars>
      </dgm:prSet>
      <dgm:spPr/>
    </dgm:pt>
    <dgm:pt modelId="{F13A03FF-3D9E-433E-B286-490694DF3FB2}" type="pres">
      <dgm:prSet presAssocID="{3CBB2CFB-2359-4E08-BAE5-691BB5DFE282}" presName="sibTrans" presStyleCnt="0"/>
      <dgm:spPr/>
    </dgm:pt>
    <dgm:pt modelId="{3DF14C38-7A2B-4C9E-AA06-980601FBCA0A}" type="pres">
      <dgm:prSet presAssocID="{581DEF40-D038-4A3A-BB73-9FEF801482A3}" presName="compNode" presStyleCnt="0"/>
      <dgm:spPr/>
    </dgm:pt>
    <dgm:pt modelId="{AF528B83-0C6B-4DFA-A9CF-A406AF1D72C6}" type="pres">
      <dgm:prSet presAssocID="{581DEF40-D038-4A3A-BB73-9FEF801482A3}" presName="bgRect" presStyleLbl="bgShp" presStyleIdx="2" presStyleCnt="3"/>
      <dgm:spPr/>
    </dgm:pt>
    <dgm:pt modelId="{47435A41-CE3A-48B0-A819-EBA7515CB72A}" type="pres">
      <dgm:prSet presAssocID="{581DEF40-D038-4A3A-BB73-9FEF801482A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all center"/>
        </a:ext>
      </dgm:extLst>
    </dgm:pt>
    <dgm:pt modelId="{F6B70683-42FC-4BA3-9C9B-AC1E3B03B6E3}" type="pres">
      <dgm:prSet presAssocID="{581DEF40-D038-4A3A-BB73-9FEF801482A3}" presName="spaceRect" presStyleCnt="0"/>
      <dgm:spPr/>
    </dgm:pt>
    <dgm:pt modelId="{D45C07DD-427D-4942-A97A-89A1900652D9}" type="pres">
      <dgm:prSet presAssocID="{581DEF40-D038-4A3A-BB73-9FEF801482A3}" presName="parTx" presStyleLbl="revTx" presStyleIdx="2" presStyleCnt="3">
        <dgm:presLayoutVars>
          <dgm:chMax val="0"/>
          <dgm:chPref val="0"/>
        </dgm:presLayoutVars>
      </dgm:prSet>
      <dgm:spPr/>
    </dgm:pt>
  </dgm:ptLst>
  <dgm:cxnLst>
    <dgm:cxn modelId="{93D4B90B-ADF2-430D-99E6-BF90E940BBD7}" srcId="{37F648AD-0F08-43E5-A1BB-25A398515E7C}" destId="{ABE6B6AF-2F40-42D4-917D-8B2E4E00E95D}" srcOrd="0" destOrd="0" parTransId="{86581B38-3D19-4CD6-B7FF-7873A583941D}" sibTransId="{227B0821-3A6D-4D67-8D1A-BDF6271927DD}"/>
    <dgm:cxn modelId="{240D546A-1C96-4AB8-AE63-B9256C8F64F3}" srcId="{37F648AD-0F08-43E5-A1BB-25A398515E7C}" destId="{581DEF40-D038-4A3A-BB73-9FEF801482A3}" srcOrd="2" destOrd="0" parTransId="{9E871D5D-26F7-4DE6-A421-D35930689C4E}" sibTransId="{152C558E-F71D-4418-B481-E08D5F456589}"/>
    <dgm:cxn modelId="{224FC19C-0DBB-4148-B73D-8C79751F1FDC}" type="presOf" srcId="{C6CD9064-4A81-4C54-A17C-EFFD5F5A5436}" destId="{661CB82C-C134-492A-8BD2-5FD52947FEDB}" srcOrd="0" destOrd="0" presId="urn:microsoft.com/office/officeart/2018/2/layout/IconVerticalSolidList"/>
    <dgm:cxn modelId="{DF2E48A2-5F71-400E-8040-EFEAC9721F41}" type="presOf" srcId="{ABE6B6AF-2F40-42D4-917D-8B2E4E00E95D}" destId="{8C24385F-5614-4DF6-B1A2-3435819A248E}" srcOrd="0" destOrd="0" presId="urn:microsoft.com/office/officeart/2018/2/layout/IconVerticalSolidList"/>
    <dgm:cxn modelId="{92BAE5D6-5307-4572-BBF0-ADAEBA6FC04C}" type="presOf" srcId="{37F648AD-0F08-43E5-A1BB-25A398515E7C}" destId="{F5C288AB-BF5B-4AA5-9C76-C92A411C1480}" srcOrd="0" destOrd="0" presId="urn:microsoft.com/office/officeart/2018/2/layout/IconVerticalSolidList"/>
    <dgm:cxn modelId="{EB3005D8-B21F-4A8F-B211-17116C644D69}" type="presOf" srcId="{581DEF40-D038-4A3A-BB73-9FEF801482A3}" destId="{D45C07DD-427D-4942-A97A-89A1900652D9}" srcOrd="0" destOrd="0" presId="urn:microsoft.com/office/officeart/2018/2/layout/IconVerticalSolidList"/>
    <dgm:cxn modelId="{AB4154EB-CBDC-40B1-B97F-71287C67D3A3}" srcId="{37F648AD-0F08-43E5-A1BB-25A398515E7C}" destId="{C6CD9064-4A81-4C54-A17C-EFFD5F5A5436}" srcOrd="1" destOrd="0" parTransId="{BBA5CDDD-9099-4BFF-8F7E-8E589209CE60}" sibTransId="{3CBB2CFB-2359-4E08-BAE5-691BB5DFE282}"/>
    <dgm:cxn modelId="{B8272E14-90A2-4A77-8F69-AE4BC9510152}" type="presParOf" srcId="{F5C288AB-BF5B-4AA5-9C76-C92A411C1480}" destId="{2EB08E1C-BE85-4FD2-B53B-5144AF019498}" srcOrd="0" destOrd="0" presId="urn:microsoft.com/office/officeart/2018/2/layout/IconVerticalSolidList"/>
    <dgm:cxn modelId="{49A40BAF-8C5A-4533-A204-C19F8D62987A}" type="presParOf" srcId="{2EB08E1C-BE85-4FD2-B53B-5144AF019498}" destId="{54148743-E6CB-4B08-962A-39D9FC1BDD32}" srcOrd="0" destOrd="0" presId="urn:microsoft.com/office/officeart/2018/2/layout/IconVerticalSolidList"/>
    <dgm:cxn modelId="{AFBEA65F-5B47-4AB7-BC7F-29ADB04E2054}" type="presParOf" srcId="{2EB08E1C-BE85-4FD2-B53B-5144AF019498}" destId="{13E4C024-870F-4DCE-A265-15F6444A145A}" srcOrd="1" destOrd="0" presId="urn:microsoft.com/office/officeart/2018/2/layout/IconVerticalSolidList"/>
    <dgm:cxn modelId="{56674B04-2943-438F-83A8-7A2071F9C459}" type="presParOf" srcId="{2EB08E1C-BE85-4FD2-B53B-5144AF019498}" destId="{34F2A390-088A-4A07-A20A-48D6FA219842}" srcOrd="2" destOrd="0" presId="urn:microsoft.com/office/officeart/2018/2/layout/IconVerticalSolidList"/>
    <dgm:cxn modelId="{6CEA4370-609A-4BA6-B72D-69C32BD6F3D3}" type="presParOf" srcId="{2EB08E1C-BE85-4FD2-B53B-5144AF019498}" destId="{8C24385F-5614-4DF6-B1A2-3435819A248E}" srcOrd="3" destOrd="0" presId="urn:microsoft.com/office/officeart/2018/2/layout/IconVerticalSolidList"/>
    <dgm:cxn modelId="{6F7F27CA-6BA1-406D-8DCC-0B42353D6309}" type="presParOf" srcId="{F5C288AB-BF5B-4AA5-9C76-C92A411C1480}" destId="{7D4A965A-1644-422D-BDA4-C5A3EAE52C16}" srcOrd="1" destOrd="0" presId="urn:microsoft.com/office/officeart/2018/2/layout/IconVerticalSolidList"/>
    <dgm:cxn modelId="{40BB882F-3561-45C3-847D-D39139B56016}" type="presParOf" srcId="{F5C288AB-BF5B-4AA5-9C76-C92A411C1480}" destId="{8947DE75-23B9-4914-BDD3-F2EEDC41FFCE}" srcOrd="2" destOrd="0" presId="urn:microsoft.com/office/officeart/2018/2/layout/IconVerticalSolidList"/>
    <dgm:cxn modelId="{1CA512C1-F39F-45DD-BDC9-9AC3D2967B48}" type="presParOf" srcId="{8947DE75-23B9-4914-BDD3-F2EEDC41FFCE}" destId="{B02A4F31-0015-4208-B8CA-48940A1D4C11}" srcOrd="0" destOrd="0" presId="urn:microsoft.com/office/officeart/2018/2/layout/IconVerticalSolidList"/>
    <dgm:cxn modelId="{C4B46535-F674-445A-A7EB-3F8450B41E74}" type="presParOf" srcId="{8947DE75-23B9-4914-BDD3-F2EEDC41FFCE}" destId="{30BD829F-C474-450C-A231-2169A789991C}" srcOrd="1" destOrd="0" presId="urn:microsoft.com/office/officeart/2018/2/layout/IconVerticalSolidList"/>
    <dgm:cxn modelId="{701D9DB0-AE02-430C-8B51-39A9028603C5}" type="presParOf" srcId="{8947DE75-23B9-4914-BDD3-F2EEDC41FFCE}" destId="{87C1D399-2608-41DA-9DB7-3A0C2C859D25}" srcOrd="2" destOrd="0" presId="urn:microsoft.com/office/officeart/2018/2/layout/IconVerticalSolidList"/>
    <dgm:cxn modelId="{259C3750-8175-44B9-A428-799167824177}" type="presParOf" srcId="{8947DE75-23B9-4914-BDD3-F2EEDC41FFCE}" destId="{661CB82C-C134-492A-8BD2-5FD52947FEDB}" srcOrd="3" destOrd="0" presId="urn:microsoft.com/office/officeart/2018/2/layout/IconVerticalSolidList"/>
    <dgm:cxn modelId="{7EE0230D-1040-4D68-8907-B84955ABC92F}" type="presParOf" srcId="{F5C288AB-BF5B-4AA5-9C76-C92A411C1480}" destId="{F13A03FF-3D9E-433E-B286-490694DF3FB2}" srcOrd="3" destOrd="0" presId="urn:microsoft.com/office/officeart/2018/2/layout/IconVerticalSolidList"/>
    <dgm:cxn modelId="{F03D7AA5-3CB2-4532-A3A1-EA530EBCF295}" type="presParOf" srcId="{F5C288AB-BF5B-4AA5-9C76-C92A411C1480}" destId="{3DF14C38-7A2B-4C9E-AA06-980601FBCA0A}" srcOrd="4" destOrd="0" presId="urn:microsoft.com/office/officeart/2018/2/layout/IconVerticalSolidList"/>
    <dgm:cxn modelId="{3A84835D-F557-459D-B78E-D73D8842B10B}" type="presParOf" srcId="{3DF14C38-7A2B-4C9E-AA06-980601FBCA0A}" destId="{AF528B83-0C6B-4DFA-A9CF-A406AF1D72C6}" srcOrd="0" destOrd="0" presId="urn:microsoft.com/office/officeart/2018/2/layout/IconVerticalSolidList"/>
    <dgm:cxn modelId="{304CD63F-5C7E-40FA-81DC-276E3A1FB314}" type="presParOf" srcId="{3DF14C38-7A2B-4C9E-AA06-980601FBCA0A}" destId="{47435A41-CE3A-48B0-A819-EBA7515CB72A}" srcOrd="1" destOrd="0" presId="urn:microsoft.com/office/officeart/2018/2/layout/IconVerticalSolidList"/>
    <dgm:cxn modelId="{C843DD09-BAA1-4ECF-8F71-81E7AFF00F74}" type="presParOf" srcId="{3DF14C38-7A2B-4C9E-AA06-980601FBCA0A}" destId="{F6B70683-42FC-4BA3-9C9B-AC1E3B03B6E3}" srcOrd="2" destOrd="0" presId="urn:microsoft.com/office/officeart/2018/2/layout/IconVerticalSolidList"/>
    <dgm:cxn modelId="{B88B4524-12E6-4FFB-9663-6CDDD4869D44}" type="presParOf" srcId="{3DF14C38-7A2B-4C9E-AA06-980601FBCA0A}" destId="{D45C07DD-427D-4942-A97A-89A1900652D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C6C7DE-7343-4D0E-9604-B063D8CA12F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64C4FCC-7187-48F6-8106-29F4BD98C067}">
      <dgm:prSet custT="1"/>
      <dgm:spPr/>
      <dgm:t>
        <a:bodyPr/>
        <a:lstStyle/>
        <a:p>
          <a:pPr>
            <a:lnSpc>
              <a:spcPct val="100000"/>
            </a:lnSpc>
          </a:pPr>
          <a:r>
            <a:rPr lang="en-US" sz="1600" dirty="0">
              <a:latin typeface="Montserrat" pitchFamily="2" charset="77"/>
            </a:rPr>
            <a:t>Generic training does not reflect real customer scenarios</a:t>
          </a:r>
        </a:p>
      </dgm:t>
    </dgm:pt>
    <dgm:pt modelId="{A7E7197C-5803-47E5-ADA3-C40FA77380AC}" type="parTrans" cxnId="{DA53974C-FD59-485B-9D8B-96C7F62CADDD}">
      <dgm:prSet/>
      <dgm:spPr/>
      <dgm:t>
        <a:bodyPr/>
        <a:lstStyle/>
        <a:p>
          <a:endParaRPr lang="en-US"/>
        </a:p>
      </dgm:t>
    </dgm:pt>
    <dgm:pt modelId="{55FCDE8E-853A-4D12-ABC6-1DDC3A7D0FAC}" type="sibTrans" cxnId="{DA53974C-FD59-485B-9D8B-96C7F62CADDD}">
      <dgm:prSet/>
      <dgm:spPr/>
      <dgm:t>
        <a:bodyPr/>
        <a:lstStyle/>
        <a:p>
          <a:endParaRPr lang="en-US"/>
        </a:p>
      </dgm:t>
    </dgm:pt>
    <dgm:pt modelId="{560CFE4C-75E4-4078-9AA8-9FD13D4D94B2}">
      <dgm:prSet custT="1"/>
      <dgm:spPr/>
      <dgm:t>
        <a:bodyPr/>
        <a:lstStyle/>
        <a:p>
          <a:pPr>
            <a:lnSpc>
              <a:spcPct val="100000"/>
            </a:lnSpc>
          </a:pPr>
          <a:r>
            <a:rPr lang="en-US" sz="1600" dirty="0">
              <a:latin typeface="Montserrat" pitchFamily="2" charset="77"/>
            </a:rPr>
            <a:t>Limited opportunity to practice conversations before launch</a:t>
          </a:r>
        </a:p>
      </dgm:t>
    </dgm:pt>
    <dgm:pt modelId="{101EB8E9-A682-4FC1-927B-BF62CE4BF557}" type="parTrans" cxnId="{F91EE2A4-9F90-481D-9E75-72068BB888A4}">
      <dgm:prSet/>
      <dgm:spPr/>
      <dgm:t>
        <a:bodyPr/>
        <a:lstStyle/>
        <a:p>
          <a:endParaRPr lang="en-US"/>
        </a:p>
      </dgm:t>
    </dgm:pt>
    <dgm:pt modelId="{86971516-AF62-45DC-A82F-61A87D7AD696}" type="sibTrans" cxnId="{F91EE2A4-9F90-481D-9E75-72068BB888A4}">
      <dgm:prSet/>
      <dgm:spPr/>
      <dgm:t>
        <a:bodyPr/>
        <a:lstStyle/>
        <a:p>
          <a:endParaRPr lang="en-US"/>
        </a:p>
      </dgm:t>
    </dgm:pt>
    <dgm:pt modelId="{DE4DD3EB-D0F0-4F48-83BF-90C181942A01}">
      <dgm:prSet custT="1"/>
      <dgm:spPr/>
      <dgm:t>
        <a:bodyPr/>
        <a:lstStyle/>
        <a:p>
          <a:pPr>
            <a:lnSpc>
              <a:spcPct val="100000"/>
            </a:lnSpc>
          </a:pPr>
          <a:r>
            <a:rPr lang="en-US" sz="1600">
              <a:latin typeface="Montserrat" pitchFamily="2" charset="77"/>
            </a:rPr>
            <a:t>Knowledge fragmented across product, support, and operations</a:t>
          </a:r>
        </a:p>
      </dgm:t>
    </dgm:pt>
    <dgm:pt modelId="{42D6DD4A-85D2-43B4-ACFE-ECF4FC6EDC0A}" type="parTrans" cxnId="{EE1B7832-1F90-4020-964C-0A15FFBBF63F}">
      <dgm:prSet/>
      <dgm:spPr/>
      <dgm:t>
        <a:bodyPr/>
        <a:lstStyle/>
        <a:p>
          <a:endParaRPr lang="en-US"/>
        </a:p>
      </dgm:t>
    </dgm:pt>
    <dgm:pt modelId="{2C066EBC-5D26-4BE6-9553-755592F03DE0}" type="sibTrans" cxnId="{EE1B7832-1F90-4020-964C-0A15FFBBF63F}">
      <dgm:prSet/>
      <dgm:spPr/>
      <dgm:t>
        <a:bodyPr/>
        <a:lstStyle/>
        <a:p>
          <a:endParaRPr lang="en-US"/>
        </a:p>
      </dgm:t>
    </dgm:pt>
    <dgm:pt modelId="{175F9C1A-13B7-47D1-9E65-26BE691A69CA}">
      <dgm:prSet custT="1"/>
      <dgm:spPr/>
      <dgm:t>
        <a:bodyPr/>
        <a:lstStyle/>
        <a:p>
          <a:pPr>
            <a:lnSpc>
              <a:spcPct val="100000"/>
            </a:lnSpc>
          </a:pPr>
          <a:r>
            <a:rPr lang="en-US" sz="1600">
              <a:latin typeface="Montserrat" pitchFamily="2" charset="77"/>
            </a:rPr>
            <a:t>Frontline teams learn under pressure once customers are already impacted</a:t>
          </a:r>
        </a:p>
      </dgm:t>
    </dgm:pt>
    <dgm:pt modelId="{D449CF5D-15BF-4C44-B77B-C2EB33D783BA}" type="parTrans" cxnId="{27DB2CE4-2677-48F8-B968-B57FD2203D0C}">
      <dgm:prSet/>
      <dgm:spPr/>
      <dgm:t>
        <a:bodyPr/>
        <a:lstStyle/>
        <a:p>
          <a:endParaRPr lang="en-US"/>
        </a:p>
      </dgm:t>
    </dgm:pt>
    <dgm:pt modelId="{ADF86580-0CE1-4935-AB90-290EA5DBC81C}" type="sibTrans" cxnId="{27DB2CE4-2677-48F8-B968-B57FD2203D0C}">
      <dgm:prSet/>
      <dgm:spPr/>
      <dgm:t>
        <a:bodyPr/>
        <a:lstStyle/>
        <a:p>
          <a:endParaRPr lang="en-US"/>
        </a:p>
      </dgm:t>
    </dgm:pt>
    <dgm:pt modelId="{53CF8CD9-9F53-42D0-A9DB-4FB86222F045}" type="pres">
      <dgm:prSet presAssocID="{EEC6C7DE-7343-4D0E-9604-B063D8CA12F3}" presName="root" presStyleCnt="0">
        <dgm:presLayoutVars>
          <dgm:dir/>
          <dgm:resizeHandles val="exact"/>
        </dgm:presLayoutVars>
      </dgm:prSet>
      <dgm:spPr/>
    </dgm:pt>
    <dgm:pt modelId="{B56035A0-1769-42CD-BA8C-ECFD177A6523}" type="pres">
      <dgm:prSet presAssocID="{B64C4FCC-7187-48F6-8106-29F4BD98C067}" presName="compNode" presStyleCnt="0"/>
      <dgm:spPr/>
    </dgm:pt>
    <dgm:pt modelId="{5602DEC4-8358-4B59-9825-CDA52F58B2E9}" type="pres">
      <dgm:prSet presAssocID="{B64C4FCC-7187-48F6-8106-29F4BD98C067}" presName="bgRect" presStyleLbl="bgShp" presStyleIdx="0" presStyleCnt="4"/>
      <dgm:spPr/>
    </dgm:pt>
    <dgm:pt modelId="{A43CBCB0-8F78-4285-8B91-EA92CBFEA93D}" type="pres">
      <dgm:prSet presAssocID="{B64C4FCC-7187-48F6-8106-29F4BD98C06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ick"/>
        </a:ext>
      </dgm:extLst>
    </dgm:pt>
    <dgm:pt modelId="{1D76A226-E532-4E95-AEEB-136DA7E0008D}" type="pres">
      <dgm:prSet presAssocID="{B64C4FCC-7187-48F6-8106-29F4BD98C067}" presName="spaceRect" presStyleCnt="0"/>
      <dgm:spPr/>
    </dgm:pt>
    <dgm:pt modelId="{AAE015EF-01AE-4CD7-B2A3-37E34ED2A5CE}" type="pres">
      <dgm:prSet presAssocID="{B64C4FCC-7187-48F6-8106-29F4BD98C067}" presName="parTx" presStyleLbl="revTx" presStyleIdx="0" presStyleCnt="4">
        <dgm:presLayoutVars>
          <dgm:chMax val="0"/>
          <dgm:chPref val="0"/>
        </dgm:presLayoutVars>
      </dgm:prSet>
      <dgm:spPr/>
    </dgm:pt>
    <dgm:pt modelId="{38565F2C-D677-4FAB-AF25-CE9C9CB899C2}" type="pres">
      <dgm:prSet presAssocID="{55FCDE8E-853A-4D12-ABC6-1DDC3A7D0FAC}" presName="sibTrans" presStyleCnt="0"/>
      <dgm:spPr/>
    </dgm:pt>
    <dgm:pt modelId="{9559128A-A9E9-4E2C-866C-8F1EA40F8D04}" type="pres">
      <dgm:prSet presAssocID="{560CFE4C-75E4-4078-9AA8-9FD13D4D94B2}" presName="compNode" presStyleCnt="0"/>
      <dgm:spPr/>
    </dgm:pt>
    <dgm:pt modelId="{595C2A74-FE39-4973-97C7-B0AD4276C978}" type="pres">
      <dgm:prSet presAssocID="{560CFE4C-75E4-4078-9AA8-9FD13D4D94B2}" presName="bgRect" presStyleLbl="bgShp" presStyleIdx="1" presStyleCnt="4"/>
      <dgm:spPr/>
    </dgm:pt>
    <dgm:pt modelId="{25A43A60-A068-48D3-9714-87635038C0C9}" type="pres">
      <dgm:prSet presAssocID="{560CFE4C-75E4-4078-9AA8-9FD13D4D94B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at"/>
        </a:ext>
      </dgm:extLst>
    </dgm:pt>
    <dgm:pt modelId="{3231E73E-2954-4492-B3DC-7C6FC2F9548A}" type="pres">
      <dgm:prSet presAssocID="{560CFE4C-75E4-4078-9AA8-9FD13D4D94B2}" presName="spaceRect" presStyleCnt="0"/>
      <dgm:spPr/>
    </dgm:pt>
    <dgm:pt modelId="{E65BCD54-A7FC-431B-873F-30F951D5E680}" type="pres">
      <dgm:prSet presAssocID="{560CFE4C-75E4-4078-9AA8-9FD13D4D94B2}" presName="parTx" presStyleLbl="revTx" presStyleIdx="1" presStyleCnt="4">
        <dgm:presLayoutVars>
          <dgm:chMax val="0"/>
          <dgm:chPref val="0"/>
        </dgm:presLayoutVars>
      </dgm:prSet>
      <dgm:spPr/>
    </dgm:pt>
    <dgm:pt modelId="{7D1EB81E-6CAC-480F-9E9D-5E334897B3AE}" type="pres">
      <dgm:prSet presAssocID="{86971516-AF62-45DC-A82F-61A87D7AD696}" presName="sibTrans" presStyleCnt="0"/>
      <dgm:spPr/>
    </dgm:pt>
    <dgm:pt modelId="{F82ACB0E-A9F7-4558-B46A-8A8B2F3709A0}" type="pres">
      <dgm:prSet presAssocID="{DE4DD3EB-D0F0-4F48-83BF-90C181942A01}" presName="compNode" presStyleCnt="0"/>
      <dgm:spPr/>
    </dgm:pt>
    <dgm:pt modelId="{498DCB95-DCC3-4435-B73A-55CA85CEFB8D}" type="pres">
      <dgm:prSet presAssocID="{DE4DD3EB-D0F0-4F48-83BF-90C181942A01}" presName="bgRect" presStyleLbl="bgShp" presStyleIdx="2" presStyleCnt="4"/>
      <dgm:spPr/>
    </dgm:pt>
    <dgm:pt modelId="{FF7FA4CF-5200-4BA2-89D6-30E9F83D4BDC}" type="pres">
      <dgm:prSet presAssocID="{DE4DD3EB-D0F0-4F48-83BF-90C181942A0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ierarchy"/>
        </a:ext>
      </dgm:extLst>
    </dgm:pt>
    <dgm:pt modelId="{72228EDF-0339-4BAE-838A-6DDF989AEB38}" type="pres">
      <dgm:prSet presAssocID="{DE4DD3EB-D0F0-4F48-83BF-90C181942A01}" presName="spaceRect" presStyleCnt="0"/>
      <dgm:spPr/>
    </dgm:pt>
    <dgm:pt modelId="{3D5046AD-C95D-4A26-B6E8-BDB04EB6806F}" type="pres">
      <dgm:prSet presAssocID="{DE4DD3EB-D0F0-4F48-83BF-90C181942A01}" presName="parTx" presStyleLbl="revTx" presStyleIdx="2" presStyleCnt="4">
        <dgm:presLayoutVars>
          <dgm:chMax val="0"/>
          <dgm:chPref val="0"/>
        </dgm:presLayoutVars>
      </dgm:prSet>
      <dgm:spPr/>
    </dgm:pt>
    <dgm:pt modelId="{9D16CA26-ED3C-469D-B7EF-1FC943E65829}" type="pres">
      <dgm:prSet presAssocID="{2C066EBC-5D26-4BE6-9553-755592F03DE0}" presName="sibTrans" presStyleCnt="0"/>
      <dgm:spPr/>
    </dgm:pt>
    <dgm:pt modelId="{BAF4D7AE-2E20-4FF3-9340-17AE2BA8D9BD}" type="pres">
      <dgm:prSet presAssocID="{175F9C1A-13B7-47D1-9E65-26BE691A69CA}" presName="compNode" presStyleCnt="0"/>
      <dgm:spPr/>
    </dgm:pt>
    <dgm:pt modelId="{D798138D-09E0-4E47-978F-3055CA67B78A}" type="pres">
      <dgm:prSet presAssocID="{175F9C1A-13B7-47D1-9E65-26BE691A69CA}" presName="bgRect" presStyleLbl="bgShp" presStyleIdx="3" presStyleCnt="4"/>
      <dgm:spPr/>
    </dgm:pt>
    <dgm:pt modelId="{474ABC25-D87E-46B0-964A-42C8EE4D3B50}" type="pres">
      <dgm:prSet presAssocID="{175F9C1A-13B7-47D1-9E65-26BE691A69C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sers"/>
        </a:ext>
      </dgm:extLst>
    </dgm:pt>
    <dgm:pt modelId="{82E49B98-6E86-4379-9E74-494A3706DBE9}" type="pres">
      <dgm:prSet presAssocID="{175F9C1A-13B7-47D1-9E65-26BE691A69CA}" presName="spaceRect" presStyleCnt="0"/>
      <dgm:spPr/>
    </dgm:pt>
    <dgm:pt modelId="{DEF7B315-F3AB-4986-BDF5-0C5A2067E3FF}" type="pres">
      <dgm:prSet presAssocID="{175F9C1A-13B7-47D1-9E65-26BE691A69CA}" presName="parTx" presStyleLbl="revTx" presStyleIdx="3" presStyleCnt="4">
        <dgm:presLayoutVars>
          <dgm:chMax val="0"/>
          <dgm:chPref val="0"/>
        </dgm:presLayoutVars>
      </dgm:prSet>
      <dgm:spPr/>
    </dgm:pt>
  </dgm:ptLst>
  <dgm:cxnLst>
    <dgm:cxn modelId="{87A2A60A-57FD-498E-9CE6-7E8DE5FD1706}" type="presOf" srcId="{DE4DD3EB-D0F0-4F48-83BF-90C181942A01}" destId="{3D5046AD-C95D-4A26-B6E8-BDB04EB6806F}" srcOrd="0" destOrd="0" presId="urn:microsoft.com/office/officeart/2018/2/layout/IconVerticalSolidList"/>
    <dgm:cxn modelId="{EE1B7832-1F90-4020-964C-0A15FFBBF63F}" srcId="{EEC6C7DE-7343-4D0E-9604-B063D8CA12F3}" destId="{DE4DD3EB-D0F0-4F48-83BF-90C181942A01}" srcOrd="2" destOrd="0" parTransId="{42D6DD4A-85D2-43B4-ACFE-ECF4FC6EDC0A}" sibTransId="{2C066EBC-5D26-4BE6-9553-755592F03DE0}"/>
    <dgm:cxn modelId="{DA53974C-FD59-485B-9D8B-96C7F62CADDD}" srcId="{EEC6C7DE-7343-4D0E-9604-B063D8CA12F3}" destId="{B64C4FCC-7187-48F6-8106-29F4BD98C067}" srcOrd="0" destOrd="0" parTransId="{A7E7197C-5803-47E5-ADA3-C40FA77380AC}" sibTransId="{55FCDE8E-853A-4D12-ABC6-1DDC3A7D0FAC}"/>
    <dgm:cxn modelId="{68BF1D51-65FA-4A29-BA8A-BE4D1F70D5DE}" type="presOf" srcId="{EEC6C7DE-7343-4D0E-9604-B063D8CA12F3}" destId="{53CF8CD9-9F53-42D0-A9DB-4FB86222F045}" srcOrd="0" destOrd="0" presId="urn:microsoft.com/office/officeart/2018/2/layout/IconVerticalSolidList"/>
    <dgm:cxn modelId="{697EAF73-DC9A-46C3-82FB-507706F1B951}" type="presOf" srcId="{175F9C1A-13B7-47D1-9E65-26BE691A69CA}" destId="{DEF7B315-F3AB-4986-BDF5-0C5A2067E3FF}" srcOrd="0" destOrd="0" presId="urn:microsoft.com/office/officeart/2018/2/layout/IconVerticalSolidList"/>
    <dgm:cxn modelId="{1BF8058E-AC04-446D-AB09-04DE9DD5E97B}" type="presOf" srcId="{B64C4FCC-7187-48F6-8106-29F4BD98C067}" destId="{AAE015EF-01AE-4CD7-B2A3-37E34ED2A5CE}" srcOrd="0" destOrd="0" presId="urn:microsoft.com/office/officeart/2018/2/layout/IconVerticalSolidList"/>
    <dgm:cxn modelId="{F91EE2A4-9F90-481D-9E75-72068BB888A4}" srcId="{EEC6C7DE-7343-4D0E-9604-B063D8CA12F3}" destId="{560CFE4C-75E4-4078-9AA8-9FD13D4D94B2}" srcOrd="1" destOrd="0" parTransId="{101EB8E9-A682-4FC1-927B-BF62CE4BF557}" sibTransId="{86971516-AF62-45DC-A82F-61A87D7AD696}"/>
    <dgm:cxn modelId="{B46146DC-30DC-43F3-9A57-BB8BD80D7A3F}" type="presOf" srcId="{560CFE4C-75E4-4078-9AA8-9FD13D4D94B2}" destId="{E65BCD54-A7FC-431B-873F-30F951D5E680}" srcOrd="0" destOrd="0" presId="urn:microsoft.com/office/officeart/2018/2/layout/IconVerticalSolidList"/>
    <dgm:cxn modelId="{27DB2CE4-2677-48F8-B968-B57FD2203D0C}" srcId="{EEC6C7DE-7343-4D0E-9604-B063D8CA12F3}" destId="{175F9C1A-13B7-47D1-9E65-26BE691A69CA}" srcOrd="3" destOrd="0" parTransId="{D449CF5D-15BF-4C44-B77B-C2EB33D783BA}" sibTransId="{ADF86580-0CE1-4935-AB90-290EA5DBC81C}"/>
    <dgm:cxn modelId="{78FAEA1C-F6E3-45D7-A584-DA9F5F6615DE}" type="presParOf" srcId="{53CF8CD9-9F53-42D0-A9DB-4FB86222F045}" destId="{B56035A0-1769-42CD-BA8C-ECFD177A6523}" srcOrd="0" destOrd="0" presId="urn:microsoft.com/office/officeart/2018/2/layout/IconVerticalSolidList"/>
    <dgm:cxn modelId="{C717DBA1-BBEF-48B3-8AD8-C765DA1746C3}" type="presParOf" srcId="{B56035A0-1769-42CD-BA8C-ECFD177A6523}" destId="{5602DEC4-8358-4B59-9825-CDA52F58B2E9}" srcOrd="0" destOrd="0" presId="urn:microsoft.com/office/officeart/2018/2/layout/IconVerticalSolidList"/>
    <dgm:cxn modelId="{E51301EB-33A8-4657-84B7-20C7308312EC}" type="presParOf" srcId="{B56035A0-1769-42CD-BA8C-ECFD177A6523}" destId="{A43CBCB0-8F78-4285-8B91-EA92CBFEA93D}" srcOrd="1" destOrd="0" presId="urn:microsoft.com/office/officeart/2018/2/layout/IconVerticalSolidList"/>
    <dgm:cxn modelId="{E7D90D03-E377-4EF2-9766-071A90CDCE42}" type="presParOf" srcId="{B56035A0-1769-42CD-BA8C-ECFD177A6523}" destId="{1D76A226-E532-4E95-AEEB-136DA7E0008D}" srcOrd="2" destOrd="0" presId="urn:microsoft.com/office/officeart/2018/2/layout/IconVerticalSolidList"/>
    <dgm:cxn modelId="{E7249EDD-F526-436A-94D9-047CDF4E3917}" type="presParOf" srcId="{B56035A0-1769-42CD-BA8C-ECFD177A6523}" destId="{AAE015EF-01AE-4CD7-B2A3-37E34ED2A5CE}" srcOrd="3" destOrd="0" presId="urn:microsoft.com/office/officeart/2018/2/layout/IconVerticalSolidList"/>
    <dgm:cxn modelId="{B902D12F-7730-4A2B-8A20-FE95EA577CC4}" type="presParOf" srcId="{53CF8CD9-9F53-42D0-A9DB-4FB86222F045}" destId="{38565F2C-D677-4FAB-AF25-CE9C9CB899C2}" srcOrd="1" destOrd="0" presId="urn:microsoft.com/office/officeart/2018/2/layout/IconVerticalSolidList"/>
    <dgm:cxn modelId="{8CB78691-5E82-41E5-8905-579EA3425D9C}" type="presParOf" srcId="{53CF8CD9-9F53-42D0-A9DB-4FB86222F045}" destId="{9559128A-A9E9-4E2C-866C-8F1EA40F8D04}" srcOrd="2" destOrd="0" presId="urn:microsoft.com/office/officeart/2018/2/layout/IconVerticalSolidList"/>
    <dgm:cxn modelId="{2DDDB90D-5C89-4EB0-88E9-05BE270B9748}" type="presParOf" srcId="{9559128A-A9E9-4E2C-866C-8F1EA40F8D04}" destId="{595C2A74-FE39-4973-97C7-B0AD4276C978}" srcOrd="0" destOrd="0" presId="urn:microsoft.com/office/officeart/2018/2/layout/IconVerticalSolidList"/>
    <dgm:cxn modelId="{392AC5C2-997F-428F-B339-63443F6B6523}" type="presParOf" srcId="{9559128A-A9E9-4E2C-866C-8F1EA40F8D04}" destId="{25A43A60-A068-48D3-9714-87635038C0C9}" srcOrd="1" destOrd="0" presId="urn:microsoft.com/office/officeart/2018/2/layout/IconVerticalSolidList"/>
    <dgm:cxn modelId="{74B1407E-C3A4-4807-8CB1-EC80FB6C6C9C}" type="presParOf" srcId="{9559128A-A9E9-4E2C-866C-8F1EA40F8D04}" destId="{3231E73E-2954-4492-B3DC-7C6FC2F9548A}" srcOrd="2" destOrd="0" presId="urn:microsoft.com/office/officeart/2018/2/layout/IconVerticalSolidList"/>
    <dgm:cxn modelId="{9A8F07EE-5477-473D-9877-6DD908873E62}" type="presParOf" srcId="{9559128A-A9E9-4E2C-866C-8F1EA40F8D04}" destId="{E65BCD54-A7FC-431B-873F-30F951D5E680}" srcOrd="3" destOrd="0" presId="urn:microsoft.com/office/officeart/2018/2/layout/IconVerticalSolidList"/>
    <dgm:cxn modelId="{2524C897-858C-4E42-ABA8-46269DECBD2C}" type="presParOf" srcId="{53CF8CD9-9F53-42D0-A9DB-4FB86222F045}" destId="{7D1EB81E-6CAC-480F-9E9D-5E334897B3AE}" srcOrd="3" destOrd="0" presId="urn:microsoft.com/office/officeart/2018/2/layout/IconVerticalSolidList"/>
    <dgm:cxn modelId="{D7733241-B7FC-4AAF-B78E-36CB223A696B}" type="presParOf" srcId="{53CF8CD9-9F53-42D0-A9DB-4FB86222F045}" destId="{F82ACB0E-A9F7-4558-B46A-8A8B2F3709A0}" srcOrd="4" destOrd="0" presId="urn:microsoft.com/office/officeart/2018/2/layout/IconVerticalSolidList"/>
    <dgm:cxn modelId="{8686F25A-1D9A-4A3A-A35D-C4252AEDF5C7}" type="presParOf" srcId="{F82ACB0E-A9F7-4558-B46A-8A8B2F3709A0}" destId="{498DCB95-DCC3-4435-B73A-55CA85CEFB8D}" srcOrd="0" destOrd="0" presId="urn:microsoft.com/office/officeart/2018/2/layout/IconVerticalSolidList"/>
    <dgm:cxn modelId="{B7D91AB8-943D-4ED1-AF2C-A5CF448B5F3C}" type="presParOf" srcId="{F82ACB0E-A9F7-4558-B46A-8A8B2F3709A0}" destId="{FF7FA4CF-5200-4BA2-89D6-30E9F83D4BDC}" srcOrd="1" destOrd="0" presId="urn:microsoft.com/office/officeart/2018/2/layout/IconVerticalSolidList"/>
    <dgm:cxn modelId="{F729E735-3A62-4F5A-A629-A868A56C8AFA}" type="presParOf" srcId="{F82ACB0E-A9F7-4558-B46A-8A8B2F3709A0}" destId="{72228EDF-0339-4BAE-838A-6DDF989AEB38}" srcOrd="2" destOrd="0" presId="urn:microsoft.com/office/officeart/2018/2/layout/IconVerticalSolidList"/>
    <dgm:cxn modelId="{714B6872-A3F7-42C1-AE64-D3DD90F76FED}" type="presParOf" srcId="{F82ACB0E-A9F7-4558-B46A-8A8B2F3709A0}" destId="{3D5046AD-C95D-4A26-B6E8-BDB04EB6806F}" srcOrd="3" destOrd="0" presId="urn:microsoft.com/office/officeart/2018/2/layout/IconVerticalSolidList"/>
    <dgm:cxn modelId="{D06606D3-81D7-48E4-8715-4E9C540C97F0}" type="presParOf" srcId="{53CF8CD9-9F53-42D0-A9DB-4FB86222F045}" destId="{9D16CA26-ED3C-469D-B7EF-1FC943E65829}" srcOrd="5" destOrd="0" presId="urn:microsoft.com/office/officeart/2018/2/layout/IconVerticalSolidList"/>
    <dgm:cxn modelId="{98EF714A-3DA3-4AD4-8CFA-E5918357A9A3}" type="presParOf" srcId="{53CF8CD9-9F53-42D0-A9DB-4FB86222F045}" destId="{BAF4D7AE-2E20-4FF3-9340-17AE2BA8D9BD}" srcOrd="6" destOrd="0" presId="urn:microsoft.com/office/officeart/2018/2/layout/IconVerticalSolidList"/>
    <dgm:cxn modelId="{9808B634-C7AA-4BF4-9491-190D927ED805}" type="presParOf" srcId="{BAF4D7AE-2E20-4FF3-9340-17AE2BA8D9BD}" destId="{D798138D-09E0-4E47-978F-3055CA67B78A}" srcOrd="0" destOrd="0" presId="urn:microsoft.com/office/officeart/2018/2/layout/IconVerticalSolidList"/>
    <dgm:cxn modelId="{99414BC3-E1D3-4C50-8060-85A3C8BB2D23}" type="presParOf" srcId="{BAF4D7AE-2E20-4FF3-9340-17AE2BA8D9BD}" destId="{474ABC25-D87E-46B0-964A-42C8EE4D3B50}" srcOrd="1" destOrd="0" presId="urn:microsoft.com/office/officeart/2018/2/layout/IconVerticalSolidList"/>
    <dgm:cxn modelId="{47BF9C7F-8438-4DCB-867C-A0A3FA945D1D}" type="presParOf" srcId="{BAF4D7AE-2E20-4FF3-9340-17AE2BA8D9BD}" destId="{82E49B98-6E86-4379-9E74-494A3706DBE9}" srcOrd="2" destOrd="0" presId="urn:microsoft.com/office/officeart/2018/2/layout/IconVerticalSolidList"/>
    <dgm:cxn modelId="{DED60EB2-AF3A-414B-A334-6185C74349B7}" type="presParOf" srcId="{BAF4D7AE-2E20-4FF3-9340-17AE2BA8D9BD}" destId="{DEF7B315-F3AB-4986-BDF5-0C5A2067E3F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971136-A576-49A2-A840-ADA905ACC224}"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47E5A609-8AA3-4B26-BC4A-DD47F6F588EB}">
      <dgm:prSet custT="1"/>
      <dgm:spPr/>
      <dgm:t>
        <a:bodyPr/>
        <a:lstStyle/>
        <a:p>
          <a:pPr>
            <a:lnSpc>
              <a:spcPct val="100000"/>
            </a:lnSpc>
            <a:defRPr cap="all"/>
          </a:pPr>
          <a:r>
            <a:rPr lang="en-US" sz="1600" dirty="0">
              <a:latin typeface="Montserrat" pitchFamily="2" charset="77"/>
            </a:rPr>
            <a:t>A new customer app designed to simplify key actions</a:t>
          </a:r>
        </a:p>
      </dgm:t>
    </dgm:pt>
    <dgm:pt modelId="{5C7506C5-2027-47B8-B864-A1D91174F9F6}" type="parTrans" cxnId="{2FA4FAD8-7D70-4987-A892-63B547AE3C9A}">
      <dgm:prSet/>
      <dgm:spPr/>
      <dgm:t>
        <a:bodyPr/>
        <a:lstStyle/>
        <a:p>
          <a:endParaRPr lang="en-US"/>
        </a:p>
      </dgm:t>
    </dgm:pt>
    <dgm:pt modelId="{CE612090-94A5-452F-BC2F-D5DDA32C9B70}" type="sibTrans" cxnId="{2FA4FAD8-7D70-4987-A892-63B547AE3C9A}">
      <dgm:prSet/>
      <dgm:spPr/>
      <dgm:t>
        <a:bodyPr/>
        <a:lstStyle/>
        <a:p>
          <a:endParaRPr lang="en-US"/>
        </a:p>
      </dgm:t>
    </dgm:pt>
    <dgm:pt modelId="{117CBF81-E16E-4118-8D32-213D70598BC9}">
      <dgm:prSet custT="1"/>
      <dgm:spPr/>
      <dgm:t>
        <a:bodyPr/>
        <a:lstStyle/>
        <a:p>
          <a:pPr>
            <a:lnSpc>
              <a:spcPct val="100000"/>
            </a:lnSpc>
            <a:defRPr cap="all"/>
          </a:pPr>
          <a:r>
            <a:rPr lang="en-US" sz="1600">
              <a:latin typeface="Montserrat" pitchFamily="2" charset="77"/>
            </a:rPr>
            <a:t>Introduces new workflows, terminology, and expectations</a:t>
          </a:r>
        </a:p>
      </dgm:t>
    </dgm:pt>
    <dgm:pt modelId="{5254D10C-440F-4122-92E4-7ABD56C1AE91}" type="parTrans" cxnId="{E259F6EE-03BE-4CDC-90FA-4A7AF0C85F65}">
      <dgm:prSet/>
      <dgm:spPr/>
      <dgm:t>
        <a:bodyPr/>
        <a:lstStyle/>
        <a:p>
          <a:endParaRPr lang="en-US"/>
        </a:p>
      </dgm:t>
    </dgm:pt>
    <dgm:pt modelId="{8DFC8E13-3881-400D-B417-5686CC088DB5}" type="sibTrans" cxnId="{E259F6EE-03BE-4CDC-90FA-4A7AF0C85F65}">
      <dgm:prSet/>
      <dgm:spPr/>
      <dgm:t>
        <a:bodyPr/>
        <a:lstStyle/>
        <a:p>
          <a:endParaRPr lang="en-US"/>
        </a:p>
      </dgm:t>
    </dgm:pt>
    <dgm:pt modelId="{83EA2AE4-0A6A-4A4C-BAF5-75936C53DF76}">
      <dgm:prSet custT="1"/>
      <dgm:spPr/>
      <dgm:t>
        <a:bodyPr/>
        <a:lstStyle/>
        <a:p>
          <a:pPr>
            <a:lnSpc>
              <a:spcPct val="100000"/>
            </a:lnSpc>
            <a:defRPr cap="all"/>
          </a:pPr>
          <a:r>
            <a:rPr lang="en-US" sz="1600">
              <a:latin typeface="Montserrat" pitchFamily="2" charset="77"/>
            </a:rPr>
            <a:t>Customer adoption will vary</a:t>
          </a:r>
        </a:p>
      </dgm:t>
    </dgm:pt>
    <dgm:pt modelId="{01164ACA-95CE-48BA-9D0D-D020B5CF68DA}" type="parTrans" cxnId="{7D4CDA0A-34EA-42FD-9C34-ECB7399733B9}">
      <dgm:prSet/>
      <dgm:spPr/>
      <dgm:t>
        <a:bodyPr/>
        <a:lstStyle/>
        <a:p>
          <a:endParaRPr lang="en-US"/>
        </a:p>
      </dgm:t>
    </dgm:pt>
    <dgm:pt modelId="{96449938-0A14-4231-AA7F-0D7D6048610D}" type="sibTrans" cxnId="{7D4CDA0A-34EA-42FD-9C34-ECB7399733B9}">
      <dgm:prSet/>
      <dgm:spPr/>
      <dgm:t>
        <a:bodyPr/>
        <a:lstStyle/>
        <a:p>
          <a:endParaRPr lang="en-US"/>
        </a:p>
      </dgm:t>
    </dgm:pt>
    <dgm:pt modelId="{862454AB-5D64-4754-B6BD-7BDF050C4D48}" type="pres">
      <dgm:prSet presAssocID="{06971136-A576-49A2-A840-ADA905ACC224}" presName="root" presStyleCnt="0">
        <dgm:presLayoutVars>
          <dgm:dir/>
          <dgm:resizeHandles val="exact"/>
        </dgm:presLayoutVars>
      </dgm:prSet>
      <dgm:spPr/>
    </dgm:pt>
    <dgm:pt modelId="{9D8B70AB-335D-408C-932F-50BFBCDAE82A}" type="pres">
      <dgm:prSet presAssocID="{47E5A609-8AA3-4B26-BC4A-DD47F6F588EB}" presName="compNode" presStyleCnt="0"/>
      <dgm:spPr/>
    </dgm:pt>
    <dgm:pt modelId="{AE754C4F-C8B7-4BE1-B167-C6588D8927CC}" type="pres">
      <dgm:prSet presAssocID="{47E5A609-8AA3-4B26-BC4A-DD47F6F588EB}" presName="iconBgRect" presStyleLbl="bgShp" presStyleIdx="0" presStyleCnt="3"/>
      <dgm:spPr/>
    </dgm:pt>
    <dgm:pt modelId="{005CECC7-0357-4139-A059-A293A106CB07}" type="pres">
      <dgm:prSet presAssocID="{47E5A609-8AA3-4B26-BC4A-DD47F6F588E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mart Phone"/>
        </a:ext>
      </dgm:extLst>
    </dgm:pt>
    <dgm:pt modelId="{60336FA6-66FB-4DB2-91AB-87EA2E59F02C}" type="pres">
      <dgm:prSet presAssocID="{47E5A609-8AA3-4B26-BC4A-DD47F6F588EB}" presName="spaceRect" presStyleCnt="0"/>
      <dgm:spPr/>
    </dgm:pt>
    <dgm:pt modelId="{5C1DDC3B-187D-4E1C-ABE3-CA3B93F5D19C}" type="pres">
      <dgm:prSet presAssocID="{47E5A609-8AA3-4B26-BC4A-DD47F6F588EB}" presName="textRect" presStyleLbl="revTx" presStyleIdx="0" presStyleCnt="3">
        <dgm:presLayoutVars>
          <dgm:chMax val="1"/>
          <dgm:chPref val="1"/>
        </dgm:presLayoutVars>
      </dgm:prSet>
      <dgm:spPr/>
    </dgm:pt>
    <dgm:pt modelId="{E40DF8A2-FD35-42C7-9479-6574E9080A5B}" type="pres">
      <dgm:prSet presAssocID="{CE612090-94A5-452F-BC2F-D5DDA32C9B70}" presName="sibTrans" presStyleCnt="0"/>
      <dgm:spPr/>
    </dgm:pt>
    <dgm:pt modelId="{4A5CE0A0-BDB1-43D6-9CB0-B803AB5A4AC6}" type="pres">
      <dgm:prSet presAssocID="{117CBF81-E16E-4118-8D32-213D70598BC9}" presName="compNode" presStyleCnt="0"/>
      <dgm:spPr/>
    </dgm:pt>
    <dgm:pt modelId="{524D3240-0E13-4FE6-B4A5-F581ACD28591}" type="pres">
      <dgm:prSet presAssocID="{117CBF81-E16E-4118-8D32-213D70598BC9}" presName="iconBgRect" presStyleLbl="bgShp" presStyleIdx="1" presStyleCnt="3"/>
      <dgm:spPr/>
    </dgm:pt>
    <dgm:pt modelId="{E8B0151A-2C5E-448B-B5D2-FF94CBD97AF3}" type="pres">
      <dgm:prSet presAssocID="{117CBF81-E16E-4118-8D32-213D70598BC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
        </a:ext>
      </dgm:extLst>
    </dgm:pt>
    <dgm:pt modelId="{3DBA1EDD-1A6C-4171-BF65-D38FE1D5B1BD}" type="pres">
      <dgm:prSet presAssocID="{117CBF81-E16E-4118-8D32-213D70598BC9}" presName="spaceRect" presStyleCnt="0"/>
      <dgm:spPr/>
    </dgm:pt>
    <dgm:pt modelId="{4B7BAF37-F48D-4289-94F6-59655FBED08C}" type="pres">
      <dgm:prSet presAssocID="{117CBF81-E16E-4118-8D32-213D70598BC9}" presName="textRect" presStyleLbl="revTx" presStyleIdx="1" presStyleCnt="3">
        <dgm:presLayoutVars>
          <dgm:chMax val="1"/>
          <dgm:chPref val="1"/>
        </dgm:presLayoutVars>
      </dgm:prSet>
      <dgm:spPr/>
    </dgm:pt>
    <dgm:pt modelId="{E91834B9-29EB-4883-8136-4FBBAF5FDB1E}" type="pres">
      <dgm:prSet presAssocID="{8DFC8E13-3881-400D-B417-5686CC088DB5}" presName="sibTrans" presStyleCnt="0"/>
      <dgm:spPr/>
    </dgm:pt>
    <dgm:pt modelId="{1A972FD7-588A-49E7-A93F-704A5CF33231}" type="pres">
      <dgm:prSet presAssocID="{83EA2AE4-0A6A-4A4C-BAF5-75936C53DF76}" presName="compNode" presStyleCnt="0"/>
      <dgm:spPr/>
    </dgm:pt>
    <dgm:pt modelId="{64FC1D77-0E01-4DD6-9338-3108DC9EF02A}" type="pres">
      <dgm:prSet presAssocID="{83EA2AE4-0A6A-4A4C-BAF5-75936C53DF76}" presName="iconBgRect" presStyleLbl="bgShp" presStyleIdx="2" presStyleCnt="3"/>
      <dgm:spPr/>
    </dgm:pt>
    <dgm:pt modelId="{69948F8A-2405-49A8-B4C3-E526A3DB4A45}" type="pres">
      <dgm:prSet presAssocID="{83EA2AE4-0A6A-4A4C-BAF5-75936C53DF7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ick"/>
        </a:ext>
      </dgm:extLst>
    </dgm:pt>
    <dgm:pt modelId="{240A1BD1-DC2D-47F9-97E3-79C50D7F5E48}" type="pres">
      <dgm:prSet presAssocID="{83EA2AE4-0A6A-4A4C-BAF5-75936C53DF76}" presName="spaceRect" presStyleCnt="0"/>
      <dgm:spPr/>
    </dgm:pt>
    <dgm:pt modelId="{088C62FD-878B-4A9F-9C7B-568EA0D793B3}" type="pres">
      <dgm:prSet presAssocID="{83EA2AE4-0A6A-4A4C-BAF5-75936C53DF76}" presName="textRect" presStyleLbl="revTx" presStyleIdx="2" presStyleCnt="3">
        <dgm:presLayoutVars>
          <dgm:chMax val="1"/>
          <dgm:chPref val="1"/>
        </dgm:presLayoutVars>
      </dgm:prSet>
      <dgm:spPr/>
    </dgm:pt>
  </dgm:ptLst>
  <dgm:cxnLst>
    <dgm:cxn modelId="{E23D5C02-184D-40C3-BBC4-FA1F5EEF364B}" type="presOf" srcId="{83EA2AE4-0A6A-4A4C-BAF5-75936C53DF76}" destId="{088C62FD-878B-4A9F-9C7B-568EA0D793B3}" srcOrd="0" destOrd="0" presId="urn:microsoft.com/office/officeart/2018/5/layout/IconCircleLabelList"/>
    <dgm:cxn modelId="{7D4CDA0A-34EA-42FD-9C34-ECB7399733B9}" srcId="{06971136-A576-49A2-A840-ADA905ACC224}" destId="{83EA2AE4-0A6A-4A4C-BAF5-75936C53DF76}" srcOrd="2" destOrd="0" parTransId="{01164ACA-95CE-48BA-9D0D-D020B5CF68DA}" sibTransId="{96449938-0A14-4231-AA7F-0D7D6048610D}"/>
    <dgm:cxn modelId="{7D0A671B-446B-4DBE-B2E8-BF81409E6FAB}" type="presOf" srcId="{117CBF81-E16E-4118-8D32-213D70598BC9}" destId="{4B7BAF37-F48D-4289-94F6-59655FBED08C}" srcOrd="0" destOrd="0" presId="urn:microsoft.com/office/officeart/2018/5/layout/IconCircleLabelList"/>
    <dgm:cxn modelId="{3F0A5CA0-6BD1-4DA9-846D-18D953A86EC2}" type="presOf" srcId="{47E5A609-8AA3-4B26-BC4A-DD47F6F588EB}" destId="{5C1DDC3B-187D-4E1C-ABE3-CA3B93F5D19C}" srcOrd="0" destOrd="0" presId="urn:microsoft.com/office/officeart/2018/5/layout/IconCircleLabelList"/>
    <dgm:cxn modelId="{234320C3-570B-4D49-B433-BC9473E1304B}" type="presOf" srcId="{06971136-A576-49A2-A840-ADA905ACC224}" destId="{862454AB-5D64-4754-B6BD-7BDF050C4D48}" srcOrd="0" destOrd="0" presId="urn:microsoft.com/office/officeart/2018/5/layout/IconCircleLabelList"/>
    <dgm:cxn modelId="{2FA4FAD8-7D70-4987-A892-63B547AE3C9A}" srcId="{06971136-A576-49A2-A840-ADA905ACC224}" destId="{47E5A609-8AA3-4B26-BC4A-DD47F6F588EB}" srcOrd="0" destOrd="0" parTransId="{5C7506C5-2027-47B8-B864-A1D91174F9F6}" sibTransId="{CE612090-94A5-452F-BC2F-D5DDA32C9B70}"/>
    <dgm:cxn modelId="{E259F6EE-03BE-4CDC-90FA-4A7AF0C85F65}" srcId="{06971136-A576-49A2-A840-ADA905ACC224}" destId="{117CBF81-E16E-4118-8D32-213D70598BC9}" srcOrd="1" destOrd="0" parTransId="{5254D10C-440F-4122-92E4-7ABD56C1AE91}" sibTransId="{8DFC8E13-3881-400D-B417-5686CC088DB5}"/>
    <dgm:cxn modelId="{7426E818-C7F8-4979-A662-69F9DD942DA1}" type="presParOf" srcId="{862454AB-5D64-4754-B6BD-7BDF050C4D48}" destId="{9D8B70AB-335D-408C-932F-50BFBCDAE82A}" srcOrd="0" destOrd="0" presId="urn:microsoft.com/office/officeart/2018/5/layout/IconCircleLabelList"/>
    <dgm:cxn modelId="{A72E245E-2540-420A-BE27-FE5CF9A706E5}" type="presParOf" srcId="{9D8B70AB-335D-408C-932F-50BFBCDAE82A}" destId="{AE754C4F-C8B7-4BE1-B167-C6588D8927CC}" srcOrd="0" destOrd="0" presId="urn:microsoft.com/office/officeart/2018/5/layout/IconCircleLabelList"/>
    <dgm:cxn modelId="{8C22DBF4-F4A9-44F0-920D-429B0BAFB848}" type="presParOf" srcId="{9D8B70AB-335D-408C-932F-50BFBCDAE82A}" destId="{005CECC7-0357-4139-A059-A293A106CB07}" srcOrd="1" destOrd="0" presId="urn:microsoft.com/office/officeart/2018/5/layout/IconCircleLabelList"/>
    <dgm:cxn modelId="{7A74CFBE-13D1-4398-BA9D-30A283DAA213}" type="presParOf" srcId="{9D8B70AB-335D-408C-932F-50BFBCDAE82A}" destId="{60336FA6-66FB-4DB2-91AB-87EA2E59F02C}" srcOrd="2" destOrd="0" presId="urn:microsoft.com/office/officeart/2018/5/layout/IconCircleLabelList"/>
    <dgm:cxn modelId="{E92149F1-8252-4AE5-979A-4A45298B21DB}" type="presParOf" srcId="{9D8B70AB-335D-408C-932F-50BFBCDAE82A}" destId="{5C1DDC3B-187D-4E1C-ABE3-CA3B93F5D19C}" srcOrd="3" destOrd="0" presId="urn:microsoft.com/office/officeart/2018/5/layout/IconCircleLabelList"/>
    <dgm:cxn modelId="{444EA22B-84A5-4C52-BE2A-2852C883AD74}" type="presParOf" srcId="{862454AB-5D64-4754-B6BD-7BDF050C4D48}" destId="{E40DF8A2-FD35-42C7-9479-6574E9080A5B}" srcOrd="1" destOrd="0" presId="urn:microsoft.com/office/officeart/2018/5/layout/IconCircleLabelList"/>
    <dgm:cxn modelId="{333670BB-6CF0-4EE7-B4A9-693153992185}" type="presParOf" srcId="{862454AB-5D64-4754-B6BD-7BDF050C4D48}" destId="{4A5CE0A0-BDB1-43D6-9CB0-B803AB5A4AC6}" srcOrd="2" destOrd="0" presId="urn:microsoft.com/office/officeart/2018/5/layout/IconCircleLabelList"/>
    <dgm:cxn modelId="{B678CD85-03E9-428A-AB27-68FD720381EC}" type="presParOf" srcId="{4A5CE0A0-BDB1-43D6-9CB0-B803AB5A4AC6}" destId="{524D3240-0E13-4FE6-B4A5-F581ACD28591}" srcOrd="0" destOrd="0" presId="urn:microsoft.com/office/officeart/2018/5/layout/IconCircleLabelList"/>
    <dgm:cxn modelId="{CF8EA348-14A6-4482-9F10-6D8570216977}" type="presParOf" srcId="{4A5CE0A0-BDB1-43D6-9CB0-B803AB5A4AC6}" destId="{E8B0151A-2C5E-448B-B5D2-FF94CBD97AF3}" srcOrd="1" destOrd="0" presId="urn:microsoft.com/office/officeart/2018/5/layout/IconCircleLabelList"/>
    <dgm:cxn modelId="{A11FBBED-FA33-476D-BB60-BC2B723E56CA}" type="presParOf" srcId="{4A5CE0A0-BDB1-43D6-9CB0-B803AB5A4AC6}" destId="{3DBA1EDD-1A6C-4171-BF65-D38FE1D5B1BD}" srcOrd="2" destOrd="0" presId="urn:microsoft.com/office/officeart/2018/5/layout/IconCircleLabelList"/>
    <dgm:cxn modelId="{51DC5929-AA02-413F-96BC-80A0E3F5B3CF}" type="presParOf" srcId="{4A5CE0A0-BDB1-43D6-9CB0-B803AB5A4AC6}" destId="{4B7BAF37-F48D-4289-94F6-59655FBED08C}" srcOrd="3" destOrd="0" presId="urn:microsoft.com/office/officeart/2018/5/layout/IconCircleLabelList"/>
    <dgm:cxn modelId="{A8B55859-A80C-4EDA-AF83-B92647377121}" type="presParOf" srcId="{862454AB-5D64-4754-B6BD-7BDF050C4D48}" destId="{E91834B9-29EB-4883-8136-4FBBAF5FDB1E}" srcOrd="3" destOrd="0" presId="urn:microsoft.com/office/officeart/2018/5/layout/IconCircleLabelList"/>
    <dgm:cxn modelId="{61243097-1471-4960-8175-B03F374C669F}" type="presParOf" srcId="{862454AB-5D64-4754-B6BD-7BDF050C4D48}" destId="{1A972FD7-588A-49E7-A93F-704A5CF33231}" srcOrd="4" destOrd="0" presId="urn:microsoft.com/office/officeart/2018/5/layout/IconCircleLabelList"/>
    <dgm:cxn modelId="{752F3F15-5CF4-42B8-BB4C-B4BF68BA509E}" type="presParOf" srcId="{1A972FD7-588A-49E7-A93F-704A5CF33231}" destId="{64FC1D77-0E01-4DD6-9338-3108DC9EF02A}" srcOrd="0" destOrd="0" presId="urn:microsoft.com/office/officeart/2018/5/layout/IconCircleLabelList"/>
    <dgm:cxn modelId="{377BD7ED-DA42-4108-ADFD-553BF99C301A}" type="presParOf" srcId="{1A972FD7-588A-49E7-A93F-704A5CF33231}" destId="{69948F8A-2405-49A8-B4C3-E526A3DB4A45}" srcOrd="1" destOrd="0" presId="urn:microsoft.com/office/officeart/2018/5/layout/IconCircleLabelList"/>
    <dgm:cxn modelId="{710540EC-4171-412E-A6A4-6B90D9EB5E50}" type="presParOf" srcId="{1A972FD7-588A-49E7-A93F-704A5CF33231}" destId="{240A1BD1-DC2D-47F9-97E3-79C50D7F5E48}" srcOrd="2" destOrd="0" presId="urn:microsoft.com/office/officeart/2018/5/layout/IconCircleLabelList"/>
    <dgm:cxn modelId="{CC457E3C-B19B-40EA-81BF-9DBF92874EC8}" type="presParOf" srcId="{1A972FD7-588A-49E7-A93F-704A5CF33231}" destId="{088C62FD-878B-4A9F-9C7B-568EA0D793B3}"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C8C3EAC-8285-4116-9F57-83B5B622BFC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E0C4FC40-1EE4-4DB2-87DA-12060FDA8155}">
      <dgm:prSet custT="1"/>
      <dgm:spPr/>
      <dgm:t>
        <a:bodyPr/>
        <a:lstStyle/>
        <a:p>
          <a:pPr>
            <a:lnSpc>
              <a:spcPct val="100000"/>
            </a:lnSpc>
          </a:pPr>
          <a:r>
            <a:rPr lang="en-US" sz="1600" dirty="0">
              <a:latin typeface="Montserrat" pitchFamily="2" charset="77"/>
            </a:rPr>
            <a:t>Practice-based learning aligned to launch scenarios</a:t>
          </a:r>
        </a:p>
      </dgm:t>
    </dgm:pt>
    <dgm:pt modelId="{4A0925A0-A4DE-4AC5-B5AC-9F3AF354E08F}" type="parTrans" cxnId="{B9AC10A1-5893-4078-B573-55813EC38334}">
      <dgm:prSet/>
      <dgm:spPr/>
      <dgm:t>
        <a:bodyPr/>
        <a:lstStyle/>
        <a:p>
          <a:endParaRPr lang="en-US"/>
        </a:p>
      </dgm:t>
    </dgm:pt>
    <dgm:pt modelId="{44536D59-C7D6-4834-AAAF-68168A371136}" type="sibTrans" cxnId="{B9AC10A1-5893-4078-B573-55813EC38334}">
      <dgm:prSet/>
      <dgm:spPr/>
      <dgm:t>
        <a:bodyPr/>
        <a:lstStyle/>
        <a:p>
          <a:pPr>
            <a:lnSpc>
              <a:spcPct val="100000"/>
            </a:lnSpc>
          </a:pPr>
          <a:endParaRPr lang="en-US"/>
        </a:p>
      </dgm:t>
    </dgm:pt>
    <dgm:pt modelId="{E4B5C292-75DB-44F2-9CDD-9B60DD1F1177}">
      <dgm:prSet custT="1"/>
      <dgm:spPr/>
      <dgm:t>
        <a:bodyPr/>
        <a:lstStyle/>
        <a:p>
          <a:pPr>
            <a:lnSpc>
              <a:spcPct val="100000"/>
            </a:lnSpc>
          </a:pPr>
          <a:r>
            <a:rPr lang="en-US" sz="1600" dirty="0">
              <a:latin typeface="Montserrat" pitchFamily="2" charset="77"/>
            </a:rPr>
            <a:t>Training with support materials: FAQs, screenshots, escalation paths</a:t>
          </a:r>
        </a:p>
      </dgm:t>
    </dgm:pt>
    <dgm:pt modelId="{45A1F306-DED8-49CA-A275-24D69AC84F4E}" type="parTrans" cxnId="{2C2DAC5B-649C-4C21-88B0-45B1D2CC2147}">
      <dgm:prSet/>
      <dgm:spPr/>
      <dgm:t>
        <a:bodyPr/>
        <a:lstStyle/>
        <a:p>
          <a:endParaRPr lang="en-US"/>
        </a:p>
      </dgm:t>
    </dgm:pt>
    <dgm:pt modelId="{8413843D-132E-42CE-B57B-57561C7627F0}" type="sibTrans" cxnId="{2C2DAC5B-649C-4C21-88B0-45B1D2CC2147}">
      <dgm:prSet/>
      <dgm:spPr/>
      <dgm:t>
        <a:bodyPr/>
        <a:lstStyle/>
        <a:p>
          <a:pPr>
            <a:lnSpc>
              <a:spcPct val="100000"/>
            </a:lnSpc>
          </a:pPr>
          <a:endParaRPr lang="en-US"/>
        </a:p>
      </dgm:t>
    </dgm:pt>
    <dgm:pt modelId="{CF20A71E-3461-4B1A-8562-4014FF19ACDF}">
      <dgm:prSet custT="1"/>
      <dgm:spPr/>
      <dgm:t>
        <a:bodyPr/>
        <a:lstStyle/>
        <a:p>
          <a:pPr>
            <a:lnSpc>
              <a:spcPct val="100000"/>
            </a:lnSpc>
          </a:pPr>
          <a:r>
            <a:rPr lang="en-US" sz="1600" dirty="0">
              <a:latin typeface="Montserrat" pitchFamily="2" charset="77"/>
            </a:rPr>
            <a:t>AI-powered simulations for safe practice</a:t>
          </a:r>
        </a:p>
      </dgm:t>
    </dgm:pt>
    <dgm:pt modelId="{E58C838D-1F15-43CB-A694-A93C286E0637}" type="parTrans" cxnId="{F9FBF0C2-230C-47A8-8475-71B838CC18FA}">
      <dgm:prSet/>
      <dgm:spPr/>
      <dgm:t>
        <a:bodyPr/>
        <a:lstStyle/>
        <a:p>
          <a:endParaRPr lang="en-US"/>
        </a:p>
      </dgm:t>
    </dgm:pt>
    <dgm:pt modelId="{BAB6D8AC-C6F4-4671-81B6-2E10CA9C05D3}" type="sibTrans" cxnId="{F9FBF0C2-230C-47A8-8475-71B838CC18FA}">
      <dgm:prSet/>
      <dgm:spPr/>
      <dgm:t>
        <a:bodyPr/>
        <a:lstStyle/>
        <a:p>
          <a:pPr>
            <a:lnSpc>
              <a:spcPct val="100000"/>
            </a:lnSpc>
          </a:pPr>
          <a:endParaRPr lang="en-US"/>
        </a:p>
      </dgm:t>
    </dgm:pt>
    <dgm:pt modelId="{FB4AE648-7530-4217-A9A9-C062771A6F9B}">
      <dgm:prSet custT="1"/>
      <dgm:spPr/>
      <dgm:t>
        <a:bodyPr/>
        <a:lstStyle/>
        <a:p>
          <a:pPr>
            <a:lnSpc>
              <a:spcPct val="100000"/>
            </a:lnSpc>
          </a:pPr>
          <a:r>
            <a:rPr lang="en-US" sz="1600">
              <a:latin typeface="Montserrat" pitchFamily="2" charset="77"/>
            </a:rPr>
            <a:t>Guidance on advocating benefits while respecting customer readiness</a:t>
          </a:r>
        </a:p>
      </dgm:t>
    </dgm:pt>
    <dgm:pt modelId="{9EFAE14B-1012-4A65-89E9-8244644E394C}" type="parTrans" cxnId="{2B4B0B21-C2B4-4135-BB8D-FB9B99D663EB}">
      <dgm:prSet/>
      <dgm:spPr/>
      <dgm:t>
        <a:bodyPr/>
        <a:lstStyle/>
        <a:p>
          <a:endParaRPr lang="en-US"/>
        </a:p>
      </dgm:t>
    </dgm:pt>
    <dgm:pt modelId="{C07D67DF-BF83-4087-B0D5-0AD9AD6F47C3}" type="sibTrans" cxnId="{2B4B0B21-C2B4-4135-BB8D-FB9B99D663EB}">
      <dgm:prSet/>
      <dgm:spPr/>
      <dgm:t>
        <a:bodyPr/>
        <a:lstStyle/>
        <a:p>
          <a:endParaRPr lang="en-US"/>
        </a:p>
      </dgm:t>
    </dgm:pt>
    <dgm:pt modelId="{CAD0A07A-15D9-457E-A088-31984C6D8A4E}" type="pres">
      <dgm:prSet presAssocID="{BC8C3EAC-8285-4116-9F57-83B5B622BFCF}" presName="root" presStyleCnt="0">
        <dgm:presLayoutVars>
          <dgm:dir/>
          <dgm:resizeHandles val="exact"/>
        </dgm:presLayoutVars>
      </dgm:prSet>
      <dgm:spPr/>
    </dgm:pt>
    <dgm:pt modelId="{6410BBDF-9C6C-4A1B-84D8-D4E8DF1E4213}" type="pres">
      <dgm:prSet presAssocID="{BC8C3EAC-8285-4116-9F57-83B5B622BFCF}" presName="container" presStyleCnt="0">
        <dgm:presLayoutVars>
          <dgm:dir/>
          <dgm:resizeHandles val="exact"/>
        </dgm:presLayoutVars>
      </dgm:prSet>
      <dgm:spPr/>
    </dgm:pt>
    <dgm:pt modelId="{3D16DE4D-E7F2-4C84-9EF9-A791322E2869}" type="pres">
      <dgm:prSet presAssocID="{E0C4FC40-1EE4-4DB2-87DA-12060FDA8155}" presName="compNode" presStyleCnt="0"/>
      <dgm:spPr/>
    </dgm:pt>
    <dgm:pt modelId="{C868C623-A5E0-4D13-8F74-2B55D2287454}" type="pres">
      <dgm:prSet presAssocID="{E0C4FC40-1EE4-4DB2-87DA-12060FDA8155}" presName="iconBgRect" presStyleLbl="bgShp" presStyleIdx="0" presStyleCnt="4"/>
      <dgm:spPr/>
    </dgm:pt>
    <dgm:pt modelId="{692EACFB-8385-4FC9-BDCD-AA331BC2FC70}" type="pres">
      <dgm:prSet presAssocID="{E0C4FC40-1EE4-4DB2-87DA-12060FDA815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cket"/>
        </a:ext>
      </dgm:extLst>
    </dgm:pt>
    <dgm:pt modelId="{EBCF93C8-F08D-4785-B575-087FB51368FC}" type="pres">
      <dgm:prSet presAssocID="{E0C4FC40-1EE4-4DB2-87DA-12060FDA8155}" presName="spaceRect" presStyleCnt="0"/>
      <dgm:spPr/>
    </dgm:pt>
    <dgm:pt modelId="{0E6ADBDD-1503-4724-B62D-2C4A36B27C33}" type="pres">
      <dgm:prSet presAssocID="{E0C4FC40-1EE4-4DB2-87DA-12060FDA8155}" presName="textRect" presStyleLbl="revTx" presStyleIdx="0" presStyleCnt="4">
        <dgm:presLayoutVars>
          <dgm:chMax val="1"/>
          <dgm:chPref val="1"/>
        </dgm:presLayoutVars>
      </dgm:prSet>
      <dgm:spPr/>
    </dgm:pt>
    <dgm:pt modelId="{3E0B9071-87BD-439B-AE76-2C387AB9C9FC}" type="pres">
      <dgm:prSet presAssocID="{44536D59-C7D6-4834-AAAF-68168A371136}" presName="sibTrans" presStyleLbl="sibTrans2D1" presStyleIdx="0" presStyleCnt="0"/>
      <dgm:spPr/>
    </dgm:pt>
    <dgm:pt modelId="{C40BBAF5-3A37-4C59-A47D-DB77D56A7289}" type="pres">
      <dgm:prSet presAssocID="{E4B5C292-75DB-44F2-9CDD-9B60DD1F1177}" presName="compNode" presStyleCnt="0"/>
      <dgm:spPr/>
    </dgm:pt>
    <dgm:pt modelId="{27E46D68-6A71-4ACB-8125-D3D806B953A0}" type="pres">
      <dgm:prSet presAssocID="{E4B5C292-75DB-44F2-9CDD-9B60DD1F1177}" presName="iconBgRect" presStyleLbl="bgShp" presStyleIdx="1" presStyleCnt="4"/>
      <dgm:spPr/>
    </dgm:pt>
    <dgm:pt modelId="{4E1B4E52-6DC3-44F7-9A22-0517A17B0496}" type="pres">
      <dgm:prSet presAssocID="{E4B5C292-75DB-44F2-9CDD-9B60DD1F117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eacher"/>
        </a:ext>
      </dgm:extLst>
    </dgm:pt>
    <dgm:pt modelId="{15DDEC48-CE93-4918-9D31-7583A758E34C}" type="pres">
      <dgm:prSet presAssocID="{E4B5C292-75DB-44F2-9CDD-9B60DD1F1177}" presName="spaceRect" presStyleCnt="0"/>
      <dgm:spPr/>
    </dgm:pt>
    <dgm:pt modelId="{5DFE35CA-8836-4136-AFB2-312C4FF666FC}" type="pres">
      <dgm:prSet presAssocID="{E4B5C292-75DB-44F2-9CDD-9B60DD1F1177}" presName="textRect" presStyleLbl="revTx" presStyleIdx="1" presStyleCnt="4">
        <dgm:presLayoutVars>
          <dgm:chMax val="1"/>
          <dgm:chPref val="1"/>
        </dgm:presLayoutVars>
      </dgm:prSet>
      <dgm:spPr/>
    </dgm:pt>
    <dgm:pt modelId="{5CC84D0A-94F3-4128-AC13-7D7D94C7C3D0}" type="pres">
      <dgm:prSet presAssocID="{8413843D-132E-42CE-B57B-57561C7627F0}" presName="sibTrans" presStyleLbl="sibTrans2D1" presStyleIdx="0" presStyleCnt="0"/>
      <dgm:spPr/>
    </dgm:pt>
    <dgm:pt modelId="{EC4589BA-515B-4D9F-A37D-50F22EA8F312}" type="pres">
      <dgm:prSet presAssocID="{CF20A71E-3461-4B1A-8562-4014FF19ACDF}" presName="compNode" presStyleCnt="0"/>
      <dgm:spPr/>
    </dgm:pt>
    <dgm:pt modelId="{608FA6A6-4F0B-4842-839B-9F685E32DCC9}" type="pres">
      <dgm:prSet presAssocID="{CF20A71E-3461-4B1A-8562-4014FF19ACDF}" presName="iconBgRect" presStyleLbl="bgShp" presStyleIdx="2" presStyleCnt="4"/>
      <dgm:spPr/>
    </dgm:pt>
    <dgm:pt modelId="{8039FC10-AEFA-448B-8C96-47790EE47287}" type="pres">
      <dgm:prSet presAssocID="{CF20A71E-3461-4B1A-8562-4014FF19ACD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845E0168-49F8-465B-B808-2DCDB052D878}" type="pres">
      <dgm:prSet presAssocID="{CF20A71E-3461-4B1A-8562-4014FF19ACDF}" presName="spaceRect" presStyleCnt="0"/>
      <dgm:spPr/>
    </dgm:pt>
    <dgm:pt modelId="{C1626919-F3D5-451D-A03F-A0FBE2D7AAD4}" type="pres">
      <dgm:prSet presAssocID="{CF20A71E-3461-4B1A-8562-4014FF19ACDF}" presName="textRect" presStyleLbl="revTx" presStyleIdx="2" presStyleCnt="4">
        <dgm:presLayoutVars>
          <dgm:chMax val="1"/>
          <dgm:chPref val="1"/>
        </dgm:presLayoutVars>
      </dgm:prSet>
      <dgm:spPr/>
    </dgm:pt>
    <dgm:pt modelId="{0FBAC1BF-77E5-418E-9414-6518CDB970D9}" type="pres">
      <dgm:prSet presAssocID="{BAB6D8AC-C6F4-4671-81B6-2E10CA9C05D3}" presName="sibTrans" presStyleLbl="sibTrans2D1" presStyleIdx="0" presStyleCnt="0"/>
      <dgm:spPr/>
    </dgm:pt>
    <dgm:pt modelId="{6D30D599-696F-462C-874C-2F4EBE83E089}" type="pres">
      <dgm:prSet presAssocID="{FB4AE648-7530-4217-A9A9-C062771A6F9B}" presName="compNode" presStyleCnt="0"/>
      <dgm:spPr/>
    </dgm:pt>
    <dgm:pt modelId="{1E05726A-7B28-4625-9613-4AB6F750EB18}" type="pres">
      <dgm:prSet presAssocID="{FB4AE648-7530-4217-A9A9-C062771A6F9B}" presName="iconBgRect" presStyleLbl="bgShp" presStyleIdx="3" presStyleCnt="4"/>
      <dgm:spPr/>
    </dgm:pt>
    <dgm:pt modelId="{440CDB4E-353D-476E-A7E7-706ECC330A9C}" type="pres">
      <dgm:prSet presAssocID="{FB4AE648-7530-4217-A9A9-C062771A6F9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andshake"/>
        </a:ext>
      </dgm:extLst>
    </dgm:pt>
    <dgm:pt modelId="{A7405979-320F-4C05-9980-31C95E72DA97}" type="pres">
      <dgm:prSet presAssocID="{FB4AE648-7530-4217-A9A9-C062771A6F9B}" presName="spaceRect" presStyleCnt="0"/>
      <dgm:spPr/>
    </dgm:pt>
    <dgm:pt modelId="{911C7ACF-0C22-46AC-BAB2-1993AF48F4EB}" type="pres">
      <dgm:prSet presAssocID="{FB4AE648-7530-4217-A9A9-C062771A6F9B}" presName="textRect" presStyleLbl="revTx" presStyleIdx="3" presStyleCnt="4">
        <dgm:presLayoutVars>
          <dgm:chMax val="1"/>
          <dgm:chPref val="1"/>
        </dgm:presLayoutVars>
      </dgm:prSet>
      <dgm:spPr/>
    </dgm:pt>
  </dgm:ptLst>
  <dgm:cxnLst>
    <dgm:cxn modelId="{2231480E-3CE3-4508-9AE1-2480E0821EF8}" type="presOf" srcId="{8413843D-132E-42CE-B57B-57561C7627F0}" destId="{5CC84D0A-94F3-4128-AC13-7D7D94C7C3D0}" srcOrd="0" destOrd="0" presId="urn:microsoft.com/office/officeart/2018/2/layout/IconCircleList"/>
    <dgm:cxn modelId="{2B4B0B21-C2B4-4135-BB8D-FB9B99D663EB}" srcId="{BC8C3EAC-8285-4116-9F57-83B5B622BFCF}" destId="{FB4AE648-7530-4217-A9A9-C062771A6F9B}" srcOrd="3" destOrd="0" parTransId="{9EFAE14B-1012-4A65-89E9-8244644E394C}" sibTransId="{C07D67DF-BF83-4087-B0D5-0AD9AD6F47C3}"/>
    <dgm:cxn modelId="{83A4B32A-1821-4359-86AF-24F9D3B694EA}" type="presOf" srcId="{44536D59-C7D6-4834-AAAF-68168A371136}" destId="{3E0B9071-87BD-439B-AE76-2C387AB9C9FC}" srcOrd="0" destOrd="0" presId="urn:microsoft.com/office/officeart/2018/2/layout/IconCircleList"/>
    <dgm:cxn modelId="{2C2DAC5B-649C-4C21-88B0-45B1D2CC2147}" srcId="{BC8C3EAC-8285-4116-9F57-83B5B622BFCF}" destId="{E4B5C292-75DB-44F2-9CDD-9B60DD1F1177}" srcOrd="1" destOrd="0" parTransId="{45A1F306-DED8-49CA-A275-24D69AC84F4E}" sibTransId="{8413843D-132E-42CE-B57B-57561C7627F0}"/>
    <dgm:cxn modelId="{99A87B60-1D47-447D-BD76-C50D9CF5A661}" type="presOf" srcId="{BAB6D8AC-C6F4-4671-81B6-2E10CA9C05D3}" destId="{0FBAC1BF-77E5-418E-9414-6518CDB970D9}" srcOrd="0" destOrd="0" presId="urn:microsoft.com/office/officeart/2018/2/layout/IconCircleList"/>
    <dgm:cxn modelId="{D64DEF71-5991-4F9C-9725-CBC26178D108}" type="presOf" srcId="{BC8C3EAC-8285-4116-9F57-83B5B622BFCF}" destId="{CAD0A07A-15D9-457E-A088-31984C6D8A4E}" srcOrd="0" destOrd="0" presId="urn:microsoft.com/office/officeart/2018/2/layout/IconCircleList"/>
    <dgm:cxn modelId="{7FDAD259-745A-4EB3-9026-0B352ECAC13B}" type="presOf" srcId="{CF20A71E-3461-4B1A-8562-4014FF19ACDF}" destId="{C1626919-F3D5-451D-A03F-A0FBE2D7AAD4}" srcOrd="0" destOrd="0" presId="urn:microsoft.com/office/officeart/2018/2/layout/IconCircleList"/>
    <dgm:cxn modelId="{D3FAA38D-7B1F-4A2E-B41F-2599053B2B94}" type="presOf" srcId="{E4B5C292-75DB-44F2-9CDD-9B60DD1F1177}" destId="{5DFE35CA-8836-4136-AFB2-312C4FF666FC}" srcOrd="0" destOrd="0" presId="urn:microsoft.com/office/officeart/2018/2/layout/IconCircleList"/>
    <dgm:cxn modelId="{B9AC10A1-5893-4078-B573-55813EC38334}" srcId="{BC8C3EAC-8285-4116-9F57-83B5B622BFCF}" destId="{E0C4FC40-1EE4-4DB2-87DA-12060FDA8155}" srcOrd="0" destOrd="0" parTransId="{4A0925A0-A4DE-4AC5-B5AC-9F3AF354E08F}" sibTransId="{44536D59-C7D6-4834-AAAF-68168A371136}"/>
    <dgm:cxn modelId="{F9FBF0C2-230C-47A8-8475-71B838CC18FA}" srcId="{BC8C3EAC-8285-4116-9F57-83B5B622BFCF}" destId="{CF20A71E-3461-4B1A-8562-4014FF19ACDF}" srcOrd="2" destOrd="0" parTransId="{E58C838D-1F15-43CB-A694-A93C286E0637}" sibTransId="{BAB6D8AC-C6F4-4671-81B6-2E10CA9C05D3}"/>
    <dgm:cxn modelId="{23AC28DD-3C29-4E28-86E9-B6F4E0B31824}" type="presOf" srcId="{FB4AE648-7530-4217-A9A9-C062771A6F9B}" destId="{911C7ACF-0C22-46AC-BAB2-1993AF48F4EB}" srcOrd="0" destOrd="0" presId="urn:microsoft.com/office/officeart/2018/2/layout/IconCircleList"/>
    <dgm:cxn modelId="{970340F8-EB74-4BBA-BE88-6AF8E0D2C743}" type="presOf" srcId="{E0C4FC40-1EE4-4DB2-87DA-12060FDA8155}" destId="{0E6ADBDD-1503-4724-B62D-2C4A36B27C33}" srcOrd="0" destOrd="0" presId="urn:microsoft.com/office/officeart/2018/2/layout/IconCircleList"/>
    <dgm:cxn modelId="{668C133E-23F3-4258-AF41-ED95FD52EC5F}" type="presParOf" srcId="{CAD0A07A-15D9-457E-A088-31984C6D8A4E}" destId="{6410BBDF-9C6C-4A1B-84D8-D4E8DF1E4213}" srcOrd="0" destOrd="0" presId="urn:microsoft.com/office/officeart/2018/2/layout/IconCircleList"/>
    <dgm:cxn modelId="{B6C1B6E4-6D1A-4A72-AE8B-8B218ACFD8CC}" type="presParOf" srcId="{6410BBDF-9C6C-4A1B-84D8-D4E8DF1E4213}" destId="{3D16DE4D-E7F2-4C84-9EF9-A791322E2869}" srcOrd="0" destOrd="0" presId="urn:microsoft.com/office/officeart/2018/2/layout/IconCircleList"/>
    <dgm:cxn modelId="{A48308DA-1ED7-47C0-96FE-6E66685A9D1E}" type="presParOf" srcId="{3D16DE4D-E7F2-4C84-9EF9-A791322E2869}" destId="{C868C623-A5E0-4D13-8F74-2B55D2287454}" srcOrd="0" destOrd="0" presId="urn:microsoft.com/office/officeart/2018/2/layout/IconCircleList"/>
    <dgm:cxn modelId="{75CE7721-FDC8-487C-845E-70E1AD88F875}" type="presParOf" srcId="{3D16DE4D-E7F2-4C84-9EF9-A791322E2869}" destId="{692EACFB-8385-4FC9-BDCD-AA331BC2FC70}" srcOrd="1" destOrd="0" presId="urn:microsoft.com/office/officeart/2018/2/layout/IconCircleList"/>
    <dgm:cxn modelId="{7412B443-C200-47BE-8772-0D77A9BF0D4A}" type="presParOf" srcId="{3D16DE4D-E7F2-4C84-9EF9-A791322E2869}" destId="{EBCF93C8-F08D-4785-B575-087FB51368FC}" srcOrd="2" destOrd="0" presId="urn:microsoft.com/office/officeart/2018/2/layout/IconCircleList"/>
    <dgm:cxn modelId="{751F8D25-DDB3-4DA4-8078-AF5966D6A5F8}" type="presParOf" srcId="{3D16DE4D-E7F2-4C84-9EF9-A791322E2869}" destId="{0E6ADBDD-1503-4724-B62D-2C4A36B27C33}" srcOrd="3" destOrd="0" presId="urn:microsoft.com/office/officeart/2018/2/layout/IconCircleList"/>
    <dgm:cxn modelId="{A1EFD066-5E1C-4223-947C-7F2F01D98258}" type="presParOf" srcId="{6410BBDF-9C6C-4A1B-84D8-D4E8DF1E4213}" destId="{3E0B9071-87BD-439B-AE76-2C387AB9C9FC}" srcOrd="1" destOrd="0" presId="urn:microsoft.com/office/officeart/2018/2/layout/IconCircleList"/>
    <dgm:cxn modelId="{7C47C2F6-F51B-4225-97A2-78F3C5A83A25}" type="presParOf" srcId="{6410BBDF-9C6C-4A1B-84D8-D4E8DF1E4213}" destId="{C40BBAF5-3A37-4C59-A47D-DB77D56A7289}" srcOrd="2" destOrd="0" presId="urn:microsoft.com/office/officeart/2018/2/layout/IconCircleList"/>
    <dgm:cxn modelId="{1126B002-83F2-4693-9893-782D2E6E6BB6}" type="presParOf" srcId="{C40BBAF5-3A37-4C59-A47D-DB77D56A7289}" destId="{27E46D68-6A71-4ACB-8125-D3D806B953A0}" srcOrd="0" destOrd="0" presId="urn:microsoft.com/office/officeart/2018/2/layout/IconCircleList"/>
    <dgm:cxn modelId="{B9FFDC0B-74CE-4F1B-B7D5-B35037F841B8}" type="presParOf" srcId="{C40BBAF5-3A37-4C59-A47D-DB77D56A7289}" destId="{4E1B4E52-6DC3-44F7-9A22-0517A17B0496}" srcOrd="1" destOrd="0" presId="urn:microsoft.com/office/officeart/2018/2/layout/IconCircleList"/>
    <dgm:cxn modelId="{6848352A-E803-4E29-BC2A-97DE6186C173}" type="presParOf" srcId="{C40BBAF5-3A37-4C59-A47D-DB77D56A7289}" destId="{15DDEC48-CE93-4918-9D31-7583A758E34C}" srcOrd="2" destOrd="0" presId="urn:microsoft.com/office/officeart/2018/2/layout/IconCircleList"/>
    <dgm:cxn modelId="{4A5FD13E-9843-4E3E-83AF-F65D2E882417}" type="presParOf" srcId="{C40BBAF5-3A37-4C59-A47D-DB77D56A7289}" destId="{5DFE35CA-8836-4136-AFB2-312C4FF666FC}" srcOrd="3" destOrd="0" presId="urn:microsoft.com/office/officeart/2018/2/layout/IconCircleList"/>
    <dgm:cxn modelId="{CFD1BDC4-C0FE-436B-95A7-7C95BCBA2633}" type="presParOf" srcId="{6410BBDF-9C6C-4A1B-84D8-D4E8DF1E4213}" destId="{5CC84D0A-94F3-4128-AC13-7D7D94C7C3D0}" srcOrd="3" destOrd="0" presId="urn:microsoft.com/office/officeart/2018/2/layout/IconCircleList"/>
    <dgm:cxn modelId="{E965AFFE-000F-45BC-94D2-94C8AEE3262E}" type="presParOf" srcId="{6410BBDF-9C6C-4A1B-84D8-D4E8DF1E4213}" destId="{EC4589BA-515B-4D9F-A37D-50F22EA8F312}" srcOrd="4" destOrd="0" presId="urn:microsoft.com/office/officeart/2018/2/layout/IconCircleList"/>
    <dgm:cxn modelId="{C93EB469-E98A-4E62-9D70-0218A18CF44E}" type="presParOf" srcId="{EC4589BA-515B-4D9F-A37D-50F22EA8F312}" destId="{608FA6A6-4F0B-4842-839B-9F685E32DCC9}" srcOrd="0" destOrd="0" presId="urn:microsoft.com/office/officeart/2018/2/layout/IconCircleList"/>
    <dgm:cxn modelId="{8C510269-69CB-4425-9687-1B657F2261E7}" type="presParOf" srcId="{EC4589BA-515B-4D9F-A37D-50F22EA8F312}" destId="{8039FC10-AEFA-448B-8C96-47790EE47287}" srcOrd="1" destOrd="0" presId="urn:microsoft.com/office/officeart/2018/2/layout/IconCircleList"/>
    <dgm:cxn modelId="{F0CE7D91-1EA8-45A4-B0C2-DDC23B6C6CE9}" type="presParOf" srcId="{EC4589BA-515B-4D9F-A37D-50F22EA8F312}" destId="{845E0168-49F8-465B-B808-2DCDB052D878}" srcOrd="2" destOrd="0" presId="urn:microsoft.com/office/officeart/2018/2/layout/IconCircleList"/>
    <dgm:cxn modelId="{C26B14E5-0C48-450C-A675-BDECBEA69BC6}" type="presParOf" srcId="{EC4589BA-515B-4D9F-A37D-50F22EA8F312}" destId="{C1626919-F3D5-451D-A03F-A0FBE2D7AAD4}" srcOrd="3" destOrd="0" presId="urn:microsoft.com/office/officeart/2018/2/layout/IconCircleList"/>
    <dgm:cxn modelId="{68D8B73F-E764-4D08-90C7-4C8ECBDE5418}" type="presParOf" srcId="{6410BBDF-9C6C-4A1B-84D8-D4E8DF1E4213}" destId="{0FBAC1BF-77E5-418E-9414-6518CDB970D9}" srcOrd="5" destOrd="0" presId="urn:microsoft.com/office/officeart/2018/2/layout/IconCircleList"/>
    <dgm:cxn modelId="{2CF3F351-BF55-4187-9985-6DD68CDAE06F}" type="presParOf" srcId="{6410BBDF-9C6C-4A1B-84D8-D4E8DF1E4213}" destId="{6D30D599-696F-462C-874C-2F4EBE83E089}" srcOrd="6" destOrd="0" presId="urn:microsoft.com/office/officeart/2018/2/layout/IconCircleList"/>
    <dgm:cxn modelId="{64AE82DD-0AF5-43B4-AE2C-7B60B2DF6DEB}" type="presParOf" srcId="{6D30D599-696F-462C-874C-2F4EBE83E089}" destId="{1E05726A-7B28-4625-9613-4AB6F750EB18}" srcOrd="0" destOrd="0" presId="urn:microsoft.com/office/officeart/2018/2/layout/IconCircleList"/>
    <dgm:cxn modelId="{3C42FE6C-6485-49CB-B2C0-53624AA0B89E}" type="presParOf" srcId="{6D30D599-696F-462C-874C-2F4EBE83E089}" destId="{440CDB4E-353D-476E-A7E7-706ECC330A9C}" srcOrd="1" destOrd="0" presId="urn:microsoft.com/office/officeart/2018/2/layout/IconCircleList"/>
    <dgm:cxn modelId="{6E2DC735-A870-45D8-B4BF-7FF64BD207C2}" type="presParOf" srcId="{6D30D599-696F-462C-874C-2F4EBE83E089}" destId="{A7405979-320F-4C05-9980-31C95E72DA97}" srcOrd="2" destOrd="0" presId="urn:microsoft.com/office/officeart/2018/2/layout/IconCircleList"/>
    <dgm:cxn modelId="{416165F9-E68D-4505-918D-412B4F51759D}" type="presParOf" srcId="{6D30D599-696F-462C-874C-2F4EBE83E089}" destId="{911C7ACF-0C22-46AC-BAB2-1993AF48F4EB}"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EC38AFF-A644-42B0-9CCB-76A458EC62A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F6D32D5-0292-4936-BCBB-47E9103BBE66}">
      <dgm:prSet custT="1"/>
      <dgm:spPr/>
      <dgm:t>
        <a:bodyPr/>
        <a:lstStyle/>
        <a:p>
          <a:pPr>
            <a:lnSpc>
              <a:spcPct val="100000"/>
            </a:lnSpc>
          </a:pPr>
          <a:r>
            <a:rPr lang="en-US" sz="1600" dirty="0">
              <a:latin typeface="Montserrat" pitchFamily="2" charset="77"/>
            </a:rPr>
            <a:t>Train-the-trainer sessions </a:t>
          </a:r>
        </a:p>
      </dgm:t>
    </dgm:pt>
    <dgm:pt modelId="{04417770-293C-4309-AFA9-EEE106A62C93}" type="parTrans" cxnId="{06FEAB20-3DA7-4277-8743-BFC46842E334}">
      <dgm:prSet/>
      <dgm:spPr/>
      <dgm:t>
        <a:bodyPr/>
        <a:lstStyle/>
        <a:p>
          <a:endParaRPr lang="en-US"/>
        </a:p>
      </dgm:t>
    </dgm:pt>
    <dgm:pt modelId="{4F6C014E-5231-4DE6-83BA-471028F50A2F}" type="sibTrans" cxnId="{06FEAB20-3DA7-4277-8743-BFC46842E334}">
      <dgm:prSet/>
      <dgm:spPr/>
      <dgm:t>
        <a:bodyPr/>
        <a:lstStyle/>
        <a:p>
          <a:endParaRPr lang="en-US"/>
        </a:p>
      </dgm:t>
    </dgm:pt>
    <dgm:pt modelId="{1C49067E-C7E9-4077-9EB2-9840657F1A78}">
      <dgm:prSet custT="1"/>
      <dgm:spPr/>
      <dgm:t>
        <a:bodyPr/>
        <a:lstStyle/>
        <a:p>
          <a:pPr>
            <a:lnSpc>
              <a:spcPct val="100000"/>
            </a:lnSpc>
          </a:pPr>
          <a:r>
            <a:rPr lang="en-US" sz="1600" dirty="0">
              <a:latin typeface="Montserrat" pitchFamily="2" charset="77"/>
            </a:rPr>
            <a:t>Role-specific Skill Benchmark assessments</a:t>
          </a:r>
        </a:p>
      </dgm:t>
    </dgm:pt>
    <dgm:pt modelId="{D16507D0-C6A4-4C7E-A78D-B23DDD830225}" type="parTrans" cxnId="{A9A0F4D1-8EC3-4504-B5EA-E0AE92FDB984}">
      <dgm:prSet/>
      <dgm:spPr/>
      <dgm:t>
        <a:bodyPr/>
        <a:lstStyle/>
        <a:p>
          <a:endParaRPr lang="en-US"/>
        </a:p>
      </dgm:t>
    </dgm:pt>
    <dgm:pt modelId="{0EC1FA78-17B9-4638-B16C-4286A443593D}" type="sibTrans" cxnId="{A9A0F4D1-8EC3-4504-B5EA-E0AE92FDB984}">
      <dgm:prSet/>
      <dgm:spPr/>
      <dgm:t>
        <a:bodyPr/>
        <a:lstStyle/>
        <a:p>
          <a:endParaRPr lang="en-US"/>
        </a:p>
      </dgm:t>
    </dgm:pt>
    <dgm:pt modelId="{59F391EA-6227-4683-B14D-590B78045AFE}">
      <dgm:prSet custT="1"/>
      <dgm:spPr/>
      <dgm:t>
        <a:bodyPr/>
        <a:lstStyle/>
        <a:p>
          <a:pPr>
            <a:lnSpc>
              <a:spcPct val="100000"/>
            </a:lnSpc>
          </a:pPr>
          <a:r>
            <a:rPr lang="en-US" sz="1600">
              <a:latin typeface="Montserrat" pitchFamily="2" charset="77"/>
            </a:rPr>
            <a:t>AI-powered role-play for customer and support scenarios</a:t>
          </a:r>
        </a:p>
      </dgm:t>
    </dgm:pt>
    <dgm:pt modelId="{494642C4-4055-4065-8A2C-EE8D051722BD}" type="parTrans" cxnId="{01652F3C-2621-4747-A7A7-BB107BEEF808}">
      <dgm:prSet/>
      <dgm:spPr/>
      <dgm:t>
        <a:bodyPr/>
        <a:lstStyle/>
        <a:p>
          <a:endParaRPr lang="en-US"/>
        </a:p>
      </dgm:t>
    </dgm:pt>
    <dgm:pt modelId="{BC38B571-BE73-4CA7-ABDD-1F271789A714}" type="sibTrans" cxnId="{01652F3C-2621-4747-A7A7-BB107BEEF808}">
      <dgm:prSet/>
      <dgm:spPr/>
      <dgm:t>
        <a:bodyPr/>
        <a:lstStyle/>
        <a:p>
          <a:endParaRPr lang="en-US"/>
        </a:p>
      </dgm:t>
    </dgm:pt>
    <dgm:pt modelId="{0A555EBD-3A4D-4483-8E5A-3C93292CCF37}">
      <dgm:prSet custT="1"/>
      <dgm:spPr/>
      <dgm:t>
        <a:bodyPr/>
        <a:lstStyle/>
        <a:p>
          <a:pPr>
            <a:lnSpc>
              <a:spcPct val="100000"/>
            </a:lnSpc>
          </a:pPr>
          <a:r>
            <a:rPr lang="en-US" sz="1600">
              <a:latin typeface="Montserrat" pitchFamily="2" charset="77"/>
            </a:rPr>
            <a:t>Just-in-time post-launch resources</a:t>
          </a:r>
        </a:p>
      </dgm:t>
    </dgm:pt>
    <dgm:pt modelId="{7595D574-0761-4CBF-91FA-57FF6EBBAF1C}" type="parTrans" cxnId="{8771A8BE-61B7-40E5-920F-BE57BE467188}">
      <dgm:prSet/>
      <dgm:spPr/>
      <dgm:t>
        <a:bodyPr/>
        <a:lstStyle/>
        <a:p>
          <a:endParaRPr lang="en-US"/>
        </a:p>
      </dgm:t>
    </dgm:pt>
    <dgm:pt modelId="{F5C6765E-0620-4592-9B16-741F1F81134C}" type="sibTrans" cxnId="{8771A8BE-61B7-40E5-920F-BE57BE467188}">
      <dgm:prSet/>
      <dgm:spPr/>
      <dgm:t>
        <a:bodyPr/>
        <a:lstStyle/>
        <a:p>
          <a:endParaRPr lang="en-US"/>
        </a:p>
      </dgm:t>
    </dgm:pt>
    <dgm:pt modelId="{BF2D601D-5D05-46CB-878A-8C143B8825F4}">
      <dgm:prSet custT="1"/>
      <dgm:spPr/>
      <dgm:t>
        <a:bodyPr/>
        <a:lstStyle/>
        <a:p>
          <a:pPr>
            <a:lnSpc>
              <a:spcPct val="100000"/>
            </a:lnSpc>
          </a:pPr>
          <a:r>
            <a:rPr lang="en-US" sz="1600" b="1">
              <a:latin typeface="Montserrat" pitchFamily="2" charset="77"/>
            </a:rPr>
            <a:t>Trainer focus: </a:t>
          </a:r>
          <a:r>
            <a:rPr lang="en-US" sz="1600">
              <a:latin typeface="Montserrat" pitchFamily="2" charset="77"/>
            </a:rPr>
            <a:t>Prepare teams to guide, reassure, or redirect when needed</a:t>
          </a:r>
        </a:p>
      </dgm:t>
    </dgm:pt>
    <dgm:pt modelId="{C43980CD-A17D-4626-AAB7-1C9C9F18DE2B}" type="parTrans" cxnId="{4CC613C6-5B63-4DA1-B9DD-B6EE0E339D54}">
      <dgm:prSet/>
      <dgm:spPr/>
      <dgm:t>
        <a:bodyPr/>
        <a:lstStyle/>
        <a:p>
          <a:endParaRPr lang="en-US"/>
        </a:p>
      </dgm:t>
    </dgm:pt>
    <dgm:pt modelId="{16A00E00-02FE-4E6B-9929-23334E4DE443}" type="sibTrans" cxnId="{4CC613C6-5B63-4DA1-B9DD-B6EE0E339D54}">
      <dgm:prSet/>
      <dgm:spPr/>
      <dgm:t>
        <a:bodyPr/>
        <a:lstStyle/>
        <a:p>
          <a:endParaRPr lang="en-US"/>
        </a:p>
      </dgm:t>
    </dgm:pt>
    <dgm:pt modelId="{FF4C95CA-04DE-44B2-9450-4BF9E7317DF7}" type="pres">
      <dgm:prSet presAssocID="{5EC38AFF-A644-42B0-9CCB-76A458EC62A5}" presName="root" presStyleCnt="0">
        <dgm:presLayoutVars>
          <dgm:dir/>
          <dgm:resizeHandles val="exact"/>
        </dgm:presLayoutVars>
      </dgm:prSet>
      <dgm:spPr/>
    </dgm:pt>
    <dgm:pt modelId="{7D49ED8B-2199-4EFB-86EC-4D551827A218}" type="pres">
      <dgm:prSet presAssocID="{3F6D32D5-0292-4936-BCBB-47E9103BBE66}" presName="compNode" presStyleCnt="0"/>
      <dgm:spPr/>
    </dgm:pt>
    <dgm:pt modelId="{25238897-D144-4B7A-8431-F45FB2EF6929}" type="pres">
      <dgm:prSet presAssocID="{3F6D32D5-0292-4936-BCBB-47E9103BBE66}" presName="bgRect" presStyleLbl="bgShp" presStyleIdx="0" presStyleCnt="5"/>
      <dgm:spPr/>
    </dgm:pt>
    <dgm:pt modelId="{B6E1ADA2-4E0F-4873-9F72-8A0230091D19}" type="pres">
      <dgm:prSet presAssocID="{3F6D32D5-0292-4936-BCBB-47E9103BBE6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rain"/>
        </a:ext>
      </dgm:extLst>
    </dgm:pt>
    <dgm:pt modelId="{180B3323-F24F-4AB3-AF8D-C356A8DDC370}" type="pres">
      <dgm:prSet presAssocID="{3F6D32D5-0292-4936-BCBB-47E9103BBE66}" presName="spaceRect" presStyleCnt="0"/>
      <dgm:spPr/>
    </dgm:pt>
    <dgm:pt modelId="{484972F0-342A-4B33-AE24-C2100527099F}" type="pres">
      <dgm:prSet presAssocID="{3F6D32D5-0292-4936-BCBB-47E9103BBE66}" presName="parTx" presStyleLbl="revTx" presStyleIdx="0" presStyleCnt="5">
        <dgm:presLayoutVars>
          <dgm:chMax val="0"/>
          <dgm:chPref val="0"/>
        </dgm:presLayoutVars>
      </dgm:prSet>
      <dgm:spPr/>
    </dgm:pt>
    <dgm:pt modelId="{D0BED98C-28B1-4D79-AAC0-D10CE3F7E7E1}" type="pres">
      <dgm:prSet presAssocID="{4F6C014E-5231-4DE6-83BA-471028F50A2F}" presName="sibTrans" presStyleCnt="0"/>
      <dgm:spPr/>
    </dgm:pt>
    <dgm:pt modelId="{6A310475-9CCD-4171-9EDF-D36FB5E96E0D}" type="pres">
      <dgm:prSet presAssocID="{1C49067E-C7E9-4077-9EB2-9840657F1A78}" presName="compNode" presStyleCnt="0"/>
      <dgm:spPr/>
    </dgm:pt>
    <dgm:pt modelId="{FCFC4629-923B-4819-B2D9-508DD6C3BE45}" type="pres">
      <dgm:prSet presAssocID="{1C49067E-C7E9-4077-9EB2-9840657F1A78}" presName="bgRect" presStyleLbl="bgShp" presStyleIdx="1" presStyleCnt="5"/>
      <dgm:spPr/>
    </dgm:pt>
    <dgm:pt modelId="{A17E2797-6413-4786-9DA6-E6F86D0011BD}" type="pres">
      <dgm:prSet presAssocID="{1C49067E-C7E9-4077-9EB2-9840657F1A7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List"/>
        </a:ext>
      </dgm:extLst>
    </dgm:pt>
    <dgm:pt modelId="{D308EE21-F9EB-4CB7-9C89-1043E3BB16A7}" type="pres">
      <dgm:prSet presAssocID="{1C49067E-C7E9-4077-9EB2-9840657F1A78}" presName="spaceRect" presStyleCnt="0"/>
      <dgm:spPr/>
    </dgm:pt>
    <dgm:pt modelId="{D3258E63-1D75-4C65-AF2B-A62FE2B6AE3A}" type="pres">
      <dgm:prSet presAssocID="{1C49067E-C7E9-4077-9EB2-9840657F1A78}" presName="parTx" presStyleLbl="revTx" presStyleIdx="1" presStyleCnt="5">
        <dgm:presLayoutVars>
          <dgm:chMax val="0"/>
          <dgm:chPref val="0"/>
        </dgm:presLayoutVars>
      </dgm:prSet>
      <dgm:spPr/>
    </dgm:pt>
    <dgm:pt modelId="{DE194613-5F4F-4B6E-8D0D-401DE430DDC4}" type="pres">
      <dgm:prSet presAssocID="{0EC1FA78-17B9-4638-B16C-4286A443593D}" presName="sibTrans" presStyleCnt="0"/>
      <dgm:spPr/>
    </dgm:pt>
    <dgm:pt modelId="{CCAB111A-02FA-40C6-B7E0-9B7AE8596D00}" type="pres">
      <dgm:prSet presAssocID="{59F391EA-6227-4683-B14D-590B78045AFE}" presName="compNode" presStyleCnt="0"/>
      <dgm:spPr/>
    </dgm:pt>
    <dgm:pt modelId="{A94464FC-B969-4318-82C7-BE23CF3926E9}" type="pres">
      <dgm:prSet presAssocID="{59F391EA-6227-4683-B14D-590B78045AFE}" presName="bgRect" presStyleLbl="bgShp" presStyleIdx="2" presStyleCnt="5"/>
      <dgm:spPr/>
    </dgm:pt>
    <dgm:pt modelId="{90B36D77-0C6C-4B29-8207-170F66EFD004}" type="pres">
      <dgm:prSet presAssocID="{59F391EA-6227-4683-B14D-590B78045AF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05DCE2F9-69CD-490A-B846-BF74CB80039A}" type="pres">
      <dgm:prSet presAssocID="{59F391EA-6227-4683-B14D-590B78045AFE}" presName="spaceRect" presStyleCnt="0"/>
      <dgm:spPr/>
    </dgm:pt>
    <dgm:pt modelId="{3C39F9AC-3507-4183-B3F8-9B3D70EB07F6}" type="pres">
      <dgm:prSet presAssocID="{59F391EA-6227-4683-B14D-590B78045AFE}" presName="parTx" presStyleLbl="revTx" presStyleIdx="2" presStyleCnt="5">
        <dgm:presLayoutVars>
          <dgm:chMax val="0"/>
          <dgm:chPref val="0"/>
        </dgm:presLayoutVars>
      </dgm:prSet>
      <dgm:spPr/>
    </dgm:pt>
    <dgm:pt modelId="{C9B04635-2A55-42EF-A5B1-C8F0B6B26E6E}" type="pres">
      <dgm:prSet presAssocID="{BC38B571-BE73-4CA7-ABDD-1F271789A714}" presName="sibTrans" presStyleCnt="0"/>
      <dgm:spPr/>
    </dgm:pt>
    <dgm:pt modelId="{EBA4847A-DCFA-4EF7-A406-FC87AA6CD291}" type="pres">
      <dgm:prSet presAssocID="{0A555EBD-3A4D-4483-8E5A-3C93292CCF37}" presName="compNode" presStyleCnt="0"/>
      <dgm:spPr/>
    </dgm:pt>
    <dgm:pt modelId="{3DB7E7CE-EEC2-4BB5-98F5-335E3F67DF5B}" type="pres">
      <dgm:prSet presAssocID="{0A555EBD-3A4D-4483-8E5A-3C93292CCF37}" presName="bgRect" presStyleLbl="bgShp" presStyleIdx="3" presStyleCnt="5"/>
      <dgm:spPr/>
    </dgm:pt>
    <dgm:pt modelId="{F487A340-D5C3-4E1D-BD48-762FAD40A301}" type="pres">
      <dgm:prSet presAssocID="{0A555EBD-3A4D-4483-8E5A-3C93292CCF3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Astronaut"/>
        </a:ext>
      </dgm:extLst>
    </dgm:pt>
    <dgm:pt modelId="{0A9C3241-1180-4D7C-802A-34D0629116CA}" type="pres">
      <dgm:prSet presAssocID="{0A555EBD-3A4D-4483-8E5A-3C93292CCF37}" presName="spaceRect" presStyleCnt="0"/>
      <dgm:spPr/>
    </dgm:pt>
    <dgm:pt modelId="{DB143B3F-9736-4C2A-A6E2-DC3CF0F95E45}" type="pres">
      <dgm:prSet presAssocID="{0A555EBD-3A4D-4483-8E5A-3C93292CCF37}" presName="parTx" presStyleLbl="revTx" presStyleIdx="3" presStyleCnt="5">
        <dgm:presLayoutVars>
          <dgm:chMax val="0"/>
          <dgm:chPref val="0"/>
        </dgm:presLayoutVars>
      </dgm:prSet>
      <dgm:spPr/>
    </dgm:pt>
    <dgm:pt modelId="{D151FED2-3778-4B54-91AF-B4EC177F86B4}" type="pres">
      <dgm:prSet presAssocID="{F5C6765E-0620-4592-9B16-741F1F81134C}" presName="sibTrans" presStyleCnt="0"/>
      <dgm:spPr/>
    </dgm:pt>
    <dgm:pt modelId="{3E8A8708-669A-4273-A6E4-D27AE4DB65C0}" type="pres">
      <dgm:prSet presAssocID="{BF2D601D-5D05-46CB-878A-8C143B8825F4}" presName="compNode" presStyleCnt="0"/>
      <dgm:spPr/>
    </dgm:pt>
    <dgm:pt modelId="{351FD543-FA95-492D-A4A8-76BF3117D3D3}" type="pres">
      <dgm:prSet presAssocID="{BF2D601D-5D05-46CB-878A-8C143B8825F4}" presName="bgRect" presStyleLbl="bgShp" presStyleIdx="4" presStyleCnt="5"/>
      <dgm:spPr/>
    </dgm:pt>
    <dgm:pt modelId="{9A79154F-F35D-4874-AEF4-88A3DF1D8915}" type="pres">
      <dgm:prSet presAssocID="{BF2D601D-5D05-46CB-878A-8C143B8825F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Handshake"/>
        </a:ext>
      </dgm:extLst>
    </dgm:pt>
    <dgm:pt modelId="{BD634986-1969-4F4E-B663-3DB0EE7E4772}" type="pres">
      <dgm:prSet presAssocID="{BF2D601D-5D05-46CB-878A-8C143B8825F4}" presName="spaceRect" presStyleCnt="0"/>
      <dgm:spPr/>
    </dgm:pt>
    <dgm:pt modelId="{FCCB49EF-12C0-40D1-9615-A78F40F89F30}" type="pres">
      <dgm:prSet presAssocID="{BF2D601D-5D05-46CB-878A-8C143B8825F4}" presName="parTx" presStyleLbl="revTx" presStyleIdx="4" presStyleCnt="5">
        <dgm:presLayoutVars>
          <dgm:chMax val="0"/>
          <dgm:chPref val="0"/>
        </dgm:presLayoutVars>
      </dgm:prSet>
      <dgm:spPr/>
    </dgm:pt>
  </dgm:ptLst>
  <dgm:cxnLst>
    <dgm:cxn modelId="{1E85870E-11BC-46AA-9BF6-DAB079E64300}" type="presOf" srcId="{BF2D601D-5D05-46CB-878A-8C143B8825F4}" destId="{FCCB49EF-12C0-40D1-9615-A78F40F89F30}" srcOrd="0" destOrd="0" presId="urn:microsoft.com/office/officeart/2018/2/layout/IconVerticalSolidList"/>
    <dgm:cxn modelId="{06FEAB20-3DA7-4277-8743-BFC46842E334}" srcId="{5EC38AFF-A644-42B0-9CCB-76A458EC62A5}" destId="{3F6D32D5-0292-4936-BCBB-47E9103BBE66}" srcOrd="0" destOrd="0" parTransId="{04417770-293C-4309-AFA9-EEE106A62C93}" sibTransId="{4F6C014E-5231-4DE6-83BA-471028F50A2F}"/>
    <dgm:cxn modelId="{10CECE23-ADD4-4A6F-9474-6D8D3619207C}" type="presOf" srcId="{3F6D32D5-0292-4936-BCBB-47E9103BBE66}" destId="{484972F0-342A-4B33-AE24-C2100527099F}" srcOrd="0" destOrd="0" presId="urn:microsoft.com/office/officeart/2018/2/layout/IconVerticalSolidList"/>
    <dgm:cxn modelId="{01652F3C-2621-4747-A7A7-BB107BEEF808}" srcId="{5EC38AFF-A644-42B0-9CCB-76A458EC62A5}" destId="{59F391EA-6227-4683-B14D-590B78045AFE}" srcOrd="2" destOrd="0" parTransId="{494642C4-4055-4065-8A2C-EE8D051722BD}" sibTransId="{BC38B571-BE73-4CA7-ABDD-1F271789A714}"/>
    <dgm:cxn modelId="{6030FC63-087C-4472-A8D0-2A12EF4BC13E}" type="presOf" srcId="{59F391EA-6227-4683-B14D-590B78045AFE}" destId="{3C39F9AC-3507-4183-B3F8-9B3D70EB07F6}" srcOrd="0" destOrd="0" presId="urn:microsoft.com/office/officeart/2018/2/layout/IconVerticalSolidList"/>
    <dgm:cxn modelId="{DF51AC56-EAE2-4050-8122-093CACCAEBCC}" type="presOf" srcId="{0A555EBD-3A4D-4483-8E5A-3C93292CCF37}" destId="{DB143B3F-9736-4C2A-A6E2-DC3CF0F95E45}" srcOrd="0" destOrd="0" presId="urn:microsoft.com/office/officeart/2018/2/layout/IconVerticalSolidList"/>
    <dgm:cxn modelId="{F38C0E92-F45E-40B9-9179-481AE272758C}" type="presOf" srcId="{5EC38AFF-A644-42B0-9CCB-76A458EC62A5}" destId="{FF4C95CA-04DE-44B2-9450-4BF9E7317DF7}" srcOrd="0" destOrd="0" presId="urn:microsoft.com/office/officeart/2018/2/layout/IconVerticalSolidList"/>
    <dgm:cxn modelId="{8771A8BE-61B7-40E5-920F-BE57BE467188}" srcId="{5EC38AFF-A644-42B0-9CCB-76A458EC62A5}" destId="{0A555EBD-3A4D-4483-8E5A-3C93292CCF37}" srcOrd="3" destOrd="0" parTransId="{7595D574-0761-4CBF-91FA-57FF6EBBAF1C}" sibTransId="{F5C6765E-0620-4592-9B16-741F1F81134C}"/>
    <dgm:cxn modelId="{4CC613C6-5B63-4DA1-B9DD-B6EE0E339D54}" srcId="{5EC38AFF-A644-42B0-9CCB-76A458EC62A5}" destId="{BF2D601D-5D05-46CB-878A-8C143B8825F4}" srcOrd="4" destOrd="0" parTransId="{C43980CD-A17D-4626-AAB7-1C9C9F18DE2B}" sibTransId="{16A00E00-02FE-4E6B-9929-23334E4DE443}"/>
    <dgm:cxn modelId="{A9A0F4D1-8EC3-4504-B5EA-E0AE92FDB984}" srcId="{5EC38AFF-A644-42B0-9CCB-76A458EC62A5}" destId="{1C49067E-C7E9-4077-9EB2-9840657F1A78}" srcOrd="1" destOrd="0" parTransId="{D16507D0-C6A4-4C7E-A78D-B23DDD830225}" sibTransId="{0EC1FA78-17B9-4638-B16C-4286A443593D}"/>
    <dgm:cxn modelId="{69B57AFC-2B34-4A9E-BACF-F66E6AE71F27}" type="presOf" srcId="{1C49067E-C7E9-4077-9EB2-9840657F1A78}" destId="{D3258E63-1D75-4C65-AF2B-A62FE2B6AE3A}" srcOrd="0" destOrd="0" presId="urn:microsoft.com/office/officeart/2018/2/layout/IconVerticalSolidList"/>
    <dgm:cxn modelId="{D4DEFC97-258C-47EA-A538-7CEB162F0640}" type="presParOf" srcId="{FF4C95CA-04DE-44B2-9450-4BF9E7317DF7}" destId="{7D49ED8B-2199-4EFB-86EC-4D551827A218}" srcOrd="0" destOrd="0" presId="urn:microsoft.com/office/officeart/2018/2/layout/IconVerticalSolidList"/>
    <dgm:cxn modelId="{D1A3B27E-55C7-4788-A44A-0BCBBCA322AD}" type="presParOf" srcId="{7D49ED8B-2199-4EFB-86EC-4D551827A218}" destId="{25238897-D144-4B7A-8431-F45FB2EF6929}" srcOrd="0" destOrd="0" presId="urn:microsoft.com/office/officeart/2018/2/layout/IconVerticalSolidList"/>
    <dgm:cxn modelId="{B7085C79-2442-428C-9D26-AFCC254C4DF3}" type="presParOf" srcId="{7D49ED8B-2199-4EFB-86EC-4D551827A218}" destId="{B6E1ADA2-4E0F-4873-9F72-8A0230091D19}" srcOrd="1" destOrd="0" presId="urn:microsoft.com/office/officeart/2018/2/layout/IconVerticalSolidList"/>
    <dgm:cxn modelId="{D9524193-4D4D-4EC2-88FD-234F99FD40DE}" type="presParOf" srcId="{7D49ED8B-2199-4EFB-86EC-4D551827A218}" destId="{180B3323-F24F-4AB3-AF8D-C356A8DDC370}" srcOrd="2" destOrd="0" presId="urn:microsoft.com/office/officeart/2018/2/layout/IconVerticalSolidList"/>
    <dgm:cxn modelId="{5D9EC413-EE4F-4F5C-B26C-04AEC4819AF4}" type="presParOf" srcId="{7D49ED8B-2199-4EFB-86EC-4D551827A218}" destId="{484972F0-342A-4B33-AE24-C2100527099F}" srcOrd="3" destOrd="0" presId="urn:microsoft.com/office/officeart/2018/2/layout/IconVerticalSolidList"/>
    <dgm:cxn modelId="{7AC8EB6D-9874-47AB-A053-C7E650AB1055}" type="presParOf" srcId="{FF4C95CA-04DE-44B2-9450-4BF9E7317DF7}" destId="{D0BED98C-28B1-4D79-AAC0-D10CE3F7E7E1}" srcOrd="1" destOrd="0" presId="urn:microsoft.com/office/officeart/2018/2/layout/IconVerticalSolidList"/>
    <dgm:cxn modelId="{83644B06-824D-41DC-8EAA-8749C8EA6580}" type="presParOf" srcId="{FF4C95CA-04DE-44B2-9450-4BF9E7317DF7}" destId="{6A310475-9CCD-4171-9EDF-D36FB5E96E0D}" srcOrd="2" destOrd="0" presId="urn:microsoft.com/office/officeart/2018/2/layout/IconVerticalSolidList"/>
    <dgm:cxn modelId="{5235041D-5AA3-41FE-9C73-BB4FE04A4508}" type="presParOf" srcId="{6A310475-9CCD-4171-9EDF-D36FB5E96E0D}" destId="{FCFC4629-923B-4819-B2D9-508DD6C3BE45}" srcOrd="0" destOrd="0" presId="urn:microsoft.com/office/officeart/2018/2/layout/IconVerticalSolidList"/>
    <dgm:cxn modelId="{5180177F-CBCC-4604-8610-B8C3018A53DE}" type="presParOf" srcId="{6A310475-9CCD-4171-9EDF-D36FB5E96E0D}" destId="{A17E2797-6413-4786-9DA6-E6F86D0011BD}" srcOrd="1" destOrd="0" presId="urn:microsoft.com/office/officeart/2018/2/layout/IconVerticalSolidList"/>
    <dgm:cxn modelId="{6F5F0200-F141-419E-AB54-ADB10ED311A0}" type="presParOf" srcId="{6A310475-9CCD-4171-9EDF-D36FB5E96E0D}" destId="{D308EE21-F9EB-4CB7-9C89-1043E3BB16A7}" srcOrd="2" destOrd="0" presId="urn:microsoft.com/office/officeart/2018/2/layout/IconVerticalSolidList"/>
    <dgm:cxn modelId="{6963AF56-FB84-45DC-A719-CD8EC0B7C174}" type="presParOf" srcId="{6A310475-9CCD-4171-9EDF-D36FB5E96E0D}" destId="{D3258E63-1D75-4C65-AF2B-A62FE2B6AE3A}" srcOrd="3" destOrd="0" presId="urn:microsoft.com/office/officeart/2018/2/layout/IconVerticalSolidList"/>
    <dgm:cxn modelId="{B3564DD5-FE58-4B44-BDD6-8433A5D204B4}" type="presParOf" srcId="{FF4C95CA-04DE-44B2-9450-4BF9E7317DF7}" destId="{DE194613-5F4F-4B6E-8D0D-401DE430DDC4}" srcOrd="3" destOrd="0" presId="urn:microsoft.com/office/officeart/2018/2/layout/IconVerticalSolidList"/>
    <dgm:cxn modelId="{AE7CE765-205B-406E-A6DA-A17E7ADDD7C6}" type="presParOf" srcId="{FF4C95CA-04DE-44B2-9450-4BF9E7317DF7}" destId="{CCAB111A-02FA-40C6-B7E0-9B7AE8596D00}" srcOrd="4" destOrd="0" presId="urn:microsoft.com/office/officeart/2018/2/layout/IconVerticalSolidList"/>
    <dgm:cxn modelId="{E9F2809B-0B89-4789-B5DD-36088AB157A9}" type="presParOf" srcId="{CCAB111A-02FA-40C6-B7E0-9B7AE8596D00}" destId="{A94464FC-B969-4318-82C7-BE23CF3926E9}" srcOrd="0" destOrd="0" presId="urn:microsoft.com/office/officeart/2018/2/layout/IconVerticalSolidList"/>
    <dgm:cxn modelId="{8991617B-BD40-4D21-91B8-BBE657C00251}" type="presParOf" srcId="{CCAB111A-02FA-40C6-B7E0-9B7AE8596D00}" destId="{90B36D77-0C6C-4B29-8207-170F66EFD004}" srcOrd="1" destOrd="0" presId="urn:microsoft.com/office/officeart/2018/2/layout/IconVerticalSolidList"/>
    <dgm:cxn modelId="{468A5116-FACF-467E-997E-719C3A830FDA}" type="presParOf" srcId="{CCAB111A-02FA-40C6-B7E0-9B7AE8596D00}" destId="{05DCE2F9-69CD-490A-B846-BF74CB80039A}" srcOrd="2" destOrd="0" presId="urn:microsoft.com/office/officeart/2018/2/layout/IconVerticalSolidList"/>
    <dgm:cxn modelId="{9A0D98DD-19A5-4ED9-909A-67F743C330E5}" type="presParOf" srcId="{CCAB111A-02FA-40C6-B7E0-9B7AE8596D00}" destId="{3C39F9AC-3507-4183-B3F8-9B3D70EB07F6}" srcOrd="3" destOrd="0" presId="urn:microsoft.com/office/officeart/2018/2/layout/IconVerticalSolidList"/>
    <dgm:cxn modelId="{CFB09A4A-5B87-4D94-BEBC-D885EDB56715}" type="presParOf" srcId="{FF4C95CA-04DE-44B2-9450-4BF9E7317DF7}" destId="{C9B04635-2A55-42EF-A5B1-C8F0B6B26E6E}" srcOrd="5" destOrd="0" presId="urn:microsoft.com/office/officeart/2018/2/layout/IconVerticalSolidList"/>
    <dgm:cxn modelId="{64B102EB-B76A-4F77-99A0-3E86166DE9FA}" type="presParOf" srcId="{FF4C95CA-04DE-44B2-9450-4BF9E7317DF7}" destId="{EBA4847A-DCFA-4EF7-A406-FC87AA6CD291}" srcOrd="6" destOrd="0" presId="urn:microsoft.com/office/officeart/2018/2/layout/IconVerticalSolidList"/>
    <dgm:cxn modelId="{8CA84850-4368-4926-B7D1-AC04EC1E6847}" type="presParOf" srcId="{EBA4847A-DCFA-4EF7-A406-FC87AA6CD291}" destId="{3DB7E7CE-EEC2-4BB5-98F5-335E3F67DF5B}" srcOrd="0" destOrd="0" presId="urn:microsoft.com/office/officeart/2018/2/layout/IconVerticalSolidList"/>
    <dgm:cxn modelId="{52B91D23-536D-4EAB-A91F-CCD4D6CA8C9A}" type="presParOf" srcId="{EBA4847A-DCFA-4EF7-A406-FC87AA6CD291}" destId="{F487A340-D5C3-4E1D-BD48-762FAD40A301}" srcOrd="1" destOrd="0" presId="urn:microsoft.com/office/officeart/2018/2/layout/IconVerticalSolidList"/>
    <dgm:cxn modelId="{A2A63B57-744C-4EFE-B0CA-F11AAD5E3A79}" type="presParOf" srcId="{EBA4847A-DCFA-4EF7-A406-FC87AA6CD291}" destId="{0A9C3241-1180-4D7C-802A-34D0629116CA}" srcOrd="2" destOrd="0" presId="urn:microsoft.com/office/officeart/2018/2/layout/IconVerticalSolidList"/>
    <dgm:cxn modelId="{C9321E99-4097-4F5B-904D-ED72E4F461FC}" type="presParOf" srcId="{EBA4847A-DCFA-4EF7-A406-FC87AA6CD291}" destId="{DB143B3F-9736-4C2A-A6E2-DC3CF0F95E45}" srcOrd="3" destOrd="0" presId="urn:microsoft.com/office/officeart/2018/2/layout/IconVerticalSolidList"/>
    <dgm:cxn modelId="{27188880-F11E-4C05-B6EB-1FF04AED3315}" type="presParOf" srcId="{FF4C95CA-04DE-44B2-9450-4BF9E7317DF7}" destId="{D151FED2-3778-4B54-91AF-B4EC177F86B4}" srcOrd="7" destOrd="0" presId="urn:microsoft.com/office/officeart/2018/2/layout/IconVerticalSolidList"/>
    <dgm:cxn modelId="{68C6902A-0480-49E2-9915-12E476644094}" type="presParOf" srcId="{FF4C95CA-04DE-44B2-9450-4BF9E7317DF7}" destId="{3E8A8708-669A-4273-A6E4-D27AE4DB65C0}" srcOrd="8" destOrd="0" presId="urn:microsoft.com/office/officeart/2018/2/layout/IconVerticalSolidList"/>
    <dgm:cxn modelId="{2928E81A-183E-4368-B85A-1DA2C8778256}" type="presParOf" srcId="{3E8A8708-669A-4273-A6E4-D27AE4DB65C0}" destId="{351FD543-FA95-492D-A4A8-76BF3117D3D3}" srcOrd="0" destOrd="0" presId="urn:microsoft.com/office/officeart/2018/2/layout/IconVerticalSolidList"/>
    <dgm:cxn modelId="{3B639551-24C4-48C8-8A1B-75C8D3D6EA0C}" type="presParOf" srcId="{3E8A8708-669A-4273-A6E4-D27AE4DB65C0}" destId="{9A79154F-F35D-4874-AEF4-88A3DF1D8915}" srcOrd="1" destOrd="0" presId="urn:microsoft.com/office/officeart/2018/2/layout/IconVerticalSolidList"/>
    <dgm:cxn modelId="{A6158A81-7EB7-4EAA-8666-3B310395963F}" type="presParOf" srcId="{3E8A8708-669A-4273-A6E4-D27AE4DB65C0}" destId="{BD634986-1969-4F4E-B663-3DB0EE7E4772}" srcOrd="2" destOrd="0" presId="urn:microsoft.com/office/officeart/2018/2/layout/IconVerticalSolidList"/>
    <dgm:cxn modelId="{74E03CB4-1D80-4E73-875F-6F3ADBA31465}" type="presParOf" srcId="{3E8A8708-669A-4273-A6E4-D27AE4DB65C0}" destId="{FCCB49EF-12C0-40D1-9615-A78F40F89F3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87BA313-47AF-4B13-AE12-F1614A8A2CC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50A87D66-144A-4C96-B84F-EAA688053F2D}">
      <dgm:prSet custT="1"/>
      <dgm:spPr/>
      <dgm:t>
        <a:bodyPr/>
        <a:lstStyle/>
        <a:p>
          <a:pPr>
            <a:lnSpc>
              <a:spcPct val="100000"/>
            </a:lnSpc>
          </a:pPr>
          <a:r>
            <a:rPr lang="en-US" sz="1600" dirty="0">
              <a:latin typeface="Montserrat" pitchFamily="2" charset="77"/>
            </a:rPr>
            <a:t>Share internal source of truth</a:t>
          </a:r>
        </a:p>
      </dgm:t>
    </dgm:pt>
    <dgm:pt modelId="{930571D9-E56A-43A0-A417-B8DDB97DE9F9}" type="parTrans" cxnId="{FCFBD0CA-EE56-4902-B4CB-F48BAAB37324}">
      <dgm:prSet/>
      <dgm:spPr/>
      <dgm:t>
        <a:bodyPr/>
        <a:lstStyle/>
        <a:p>
          <a:endParaRPr lang="en-US"/>
        </a:p>
      </dgm:t>
    </dgm:pt>
    <dgm:pt modelId="{222BDAEF-39D5-4DE4-810D-0ED6D2D145DF}" type="sibTrans" cxnId="{FCFBD0CA-EE56-4902-B4CB-F48BAAB37324}">
      <dgm:prSet/>
      <dgm:spPr/>
      <dgm:t>
        <a:bodyPr/>
        <a:lstStyle/>
        <a:p>
          <a:pPr>
            <a:lnSpc>
              <a:spcPct val="100000"/>
            </a:lnSpc>
          </a:pPr>
          <a:endParaRPr lang="en-US"/>
        </a:p>
      </dgm:t>
    </dgm:pt>
    <dgm:pt modelId="{BB4DB567-6B2B-4F54-ACE2-C08E0B26AB49}">
      <dgm:prSet custT="1"/>
      <dgm:spPr/>
      <dgm:t>
        <a:bodyPr/>
        <a:lstStyle/>
        <a:p>
          <a:pPr>
            <a:lnSpc>
              <a:spcPct val="100000"/>
            </a:lnSpc>
          </a:pPr>
          <a:r>
            <a:rPr lang="en-US" sz="1600" dirty="0">
              <a:latin typeface="Montserrat" pitchFamily="2" charset="77"/>
            </a:rPr>
            <a:t>Enables trainer alignment and readiness</a:t>
          </a:r>
        </a:p>
      </dgm:t>
    </dgm:pt>
    <dgm:pt modelId="{DE2F1355-97C4-4CC5-9789-8E1548A1AE5F}" type="parTrans" cxnId="{D98FBA33-D983-42B1-B777-A3E1C051C975}">
      <dgm:prSet/>
      <dgm:spPr/>
      <dgm:t>
        <a:bodyPr/>
        <a:lstStyle/>
        <a:p>
          <a:endParaRPr lang="en-US"/>
        </a:p>
      </dgm:t>
    </dgm:pt>
    <dgm:pt modelId="{22DAB091-55DD-49F1-9401-9D272F88BADD}" type="sibTrans" cxnId="{D98FBA33-D983-42B1-B777-A3E1C051C975}">
      <dgm:prSet/>
      <dgm:spPr/>
      <dgm:t>
        <a:bodyPr/>
        <a:lstStyle/>
        <a:p>
          <a:pPr>
            <a:lnSpc>
              <a:spcPct val="100000"/>
            </a:lnSpc>
          </a:pPr>
          <a:endParaRPr lang="en-US"/>
        </a:p>
      </dgm:t>
    </dgm:pt>
    <dgm:pt modelId="{5610F729-FFC5-4068-BE7A-B9C4C2CADB54}">
      <dgm:prSet custT="1"/>
      <dgm:spPr/>
      <dgm:t>
        <a:bodyPr/>
        <a:lstStyle/>
        <a:p>
          <a:pPr>
            <a:lnSpc>
              <a:spcPct val="100000"/>
            </a:lnSpc>
          </a:pPr>
          <a:r>
            <a:rPr lang="en-US" sz="1600" dirty="0">
              <a:latin typeface="Montserrat" pitchFamily="2" charset="77"/>
            </a:rPr>
            <a:t>Followed by AI-simulations and skill validation</a:t>
          </a:r>
        </a:p>
      </dgm:t>
    </dgm:pt>
    <dgm:pt modelId="{AD8CF430-E72A-4138-85D3-1844BBB9D0CE}" type="parTrans" cxnId="{C03368E1-216F-4640-AA78-DC65805F9FD7}">
      <dgm:prSet/>
      <dgm:spPr/>
      <dgm:t>
        <a:bodyPr/>
        <a:lstStyle/>
        <a:p>
          <a:endParaRPr lang="en-US"/>
        </a:p>
      </dgm:t>
    </dgm:pt>
    <dgm:pt modelId="{9301CFFC-E03F-4FE5-9F56-028D7BB1E548}" type="sibTrans" cxnId="{C03368E1-216F-4640-AA78-DC65805F9FD7}">
      <dgm:prSet/>
      <dgm:spPr/>
      <dgm:t>
        <a:bodyPr/>
        <a:lstStyle/>
        <a:p>
          <a:pPr>
            <a:lnSpc>
              <a:spcPct val="100000"/>
            </a:lnSpc>
          </a:pPr>
          <a:endParaRPr lang="en-US"/>
        </a:p>
      </dgm:t>
    </dgm:pt>
    <dgm:pt modelId="{C9B13E00-120F-48EA-B9A7-C86CD5E8502E}">
      <dgm:prSet custT="1"/>
      <dgm:spPr/>
      <dgm:t>
        <a:bodyPr/>
        <a:lstStyle/>
        <a:p>
          <a:pPr>
            <a:lnSpc>
              <a:spcPct val="100000"/>
            </a:lnSpc>
          </a:pPr>
          <a:r>
            <a:rPr lang="en-US" sz="1600" dirty="0">
              <a:latin typeface="Montserrat" pitchFamily="2" charset="77"/>
            </a:rPr>
            <a:t>Updated as the digital experience evolves</a:t>
          </a:r>
        </a:p>
      </dgm:t>
    </dgm:pt>
    <dgm:pt modelId="{15023F9D-F32B-4FE2-AC25-28B220AD37FA}" type="parTrans" cxnId="{ED32AE51-ECAD-4EEE-A18F-FB472D26E89C}">
      <dgm:prSet/>
      <dgm:spPr/>
      <dgm:t>
        <a:bodyPr/>
        <a:lstStyle/>
        <a:p>
          <a:endParaRPr lang="en-US"/>
        </a:p>
      </dgm:t>
    </dgm:pt>
    <dgm:pt modelId="{8AD01B27-0000-42EB-B0D5-F3B070DC038D}" type="sibTrans" cxnId="{ED32AE51-ECAD-4EEE-A18F-FB472D26E89C}">
      <dgm:prSet/>
      <dgm:spPr/>
      <dgm:t>
        <a:bodyPr/>
        <a:lstStyle/>
        <a:p>
          <a:endParaRPr lang="en-US"/>
        </a:p>
      </dgm:t>
    </dgm:pt>
    <dgm:pt modelId="{357455ED-3373-4C00-8704-F29425DD57B0}" type="pres">
      <dgm:prSet presAssocID="{A87BA313-47AF-4B13-AE12-F1614A8A2CC3}" presName="root" presStyleCnt="0">
        <dgm:presLayoutVars>
          <dgm:dir/>
          <dgm:resizeHandles val="exact"/>
        </dgm:presLayoutVars>
      </dgm:prSet>
      <dgm:spPr/>
    </dgm:pt>
    <dgm:pt modelId="{0FBB8864-008E-4FC9-942D-2DAF21F45FED}" type="pres">
      <dgm:prSet presAssocID="{A87BA313-47AF-4B13-AE12-F1614A8A2CC3}" presName="container" presStyleCnt="0">
        <dgm:presLayoutVars>
          <dgm:dir/>
          <dgm:resizeHandles val="exact"/>
        </dgm:presLayoutVars>
      </dgm:prSet>
      <dgm:spPr/>
    </dgm:pt>
    <dgm:pt modelId="{32DA38E4-807D-4102-81FA-2321A17E4641}" type="pres">
      <dgm:prSet presAssocID="{50A87D66-144A-4C96-B84F-EAA688053F2D}" presName="compNode" presStyleCnt="0"/>
      <dgm:spPr/>
    </dgm:pt>
    <dgm:pt modelId="{0E5B5523-BA59-43BF-B251-3D0A5DFBB035}" type="pres">
      <dgm:prSet presAssocID="{50A87D66-144A-4C96-B84F-EAA688053F2D}" presName="iconBgRect" presStyleLbl="bgShp" presStyleIdx="0" presStyleCnt="4"/>
      <dgm:spPr/>
    </dgm:pt>
    <dgm:pt modelId="{0EC100C0-DD97-4D56-A396-F2EA859135F4}" type="pres">
      <dgm:prSet presAssocID="{50A87D66-144A-4C96-B84F-EAA688053F2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s"/>
        </a:ext>
      </dgm:extLst>
    </dgm:pt>
    <dgm:pt modelId="{5126C0CA-5C6F-4B0D-8A1D-E040BFF5D101}" type="pres">
      <dgm:prSet presAssocID="{50A87D66-144A-4C96-B84F-EAA688053F2D}" presName="spaceRect" presStyleCnt="0"/>
      <dgm:spPr/>
    </dgm:pt>
    <dgm:pt modelId="{410B604D-A267-40B9-8EAB-1A11C6546EF7}" type="pres">
      <dgm:prSet presAssocID="{50A87D66-144A-4C96-B84F-EAA688053F2D}" presName="textRect" presStyleLbl="revTx" presStyleIdx="0" presStyleCnt="4">
        <dgm:presLayoutVars>
          <dgm:chMax val="1"/>
          <dgm:chPref val="1"/>
        </dgm:presLayoutVars>
      </dgm:prSet>
      <dgm:spPr/>
    </dgm:pt>
    <dgm:pt modelId="{642A25F9-E237-498A-9E76-AE8E0325E483}" type="pres">
      <dgm:prSet presAssocID="{222BDAEF-39D5-4DE4-810D-0ED6D2D145DF}" presName="sibTrans" presStyleLbl="sibTrans2D1" presStyleIdx="0" presStyleCnt="0"/>
      <dgm:spPr/>
    </dgm:pt>
    <dgm:pt modelId="{07AEA764-F21C-4786-8AB3-2924706EB71B}" type="pres">
      <dgm:prSet presAssocID="{BB4DB567-6B2B-4F54-ACE2-C08E0B26AB49}" presName="compNode" presStyleCnt="0"/>
      <dgm:spPr/>
    </dgm:pt>
    <dgm:pt modelId="{8CA5851D-4DB5-4EFD-A8EE-E31B055131E9}" type="pres">
      <dgm:prSet presAssocID="{BB4DB567-6B2B-4F54-ACE2-C08E0B26AB49}" presName="iconBgRect" presStyleLbl="bgShp" presStyleIdx="1" presStyleCnt="4"/>
      <dgm:spPr/>
    </dgm:pt>
    <dgm:pt modelId="{D027EDC4-D8DB-4D6B-AEB1-4FD3A03B4C17}" type="pres">
      <dgm:prSet presAssocID="{BB4DB567-6B2B-4F54-ACE2-C08E0B26AB4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eacher"/>
        </a:ext>
      </dgm:extLst>
    </dgm:pt>
    <dgm:pt modelId="{BDF64042-1350-4EA9-9835-D797FF39AEA5}" type="pres">
      <dgm:prSet presAssocID="{BB4DB567-6B2B-4F54-ACE2-C08E0B26AB49}" presName="spaceRect" presStyleCnt="0"/>
      <dgm:spPr/>
    </dgm:pt>
    <dgm:pt modelId="{5872E485-C1BE-4971-A2E9-0A5014F7C575}" type="pres">
      <dgm:prSet presAssocID="{BB4DB567-6B2B-4F54-ACE2-C08E0B26AB49}" presName="textRect" presStyleLbl="revTx" presStyleIdx="1" presStyleCnt="4">
        <dgm:presLayoutVars>
          <dgm:chMax val="1"/>
          <dgm:chPref val="1"/>
        </dgm:presLayoutVars>
      </dgm:prSet>
      <dgm:spPr/>
    </dgm:pt>
    <dgm:pt modelId="{944CBCE9-D71D-4947-903A-5B7AC25F15A2}" type="pres">
      <dgm:prSet presAssocID="{22DAB091-55DD-49F1-9401-9D272F88BADD}" presName="sibTrans" presStyleLbl="sibTrans2D1" presStyleIdx="0" presStyleCnt="0"/>
      <dgm:spPr/>
    </dgm:pt>
    <dgm:pt modelId="{375207A4-0902-4798-9CBD-359EB2F5153E}" type="pres">
      <dgm:prSet presAssocID="{5610F729-FFC5-4068-BE7A-B9C4C2CADB54}" presName="compNode" presStyleCnt="0"/>
      <dgm:spPr/>
    </dgm:pt>
    <dgm:pt modelId="{B824A71A-40BF-434F-AC2F-D914243FC314}" type="pres">
      <dgm:prSet presAssocID="{5610F729-FFC5-4068-BE7A-B9C4C2CADB54}" presName="iconBgRect" presStyleLbl="bgShp" presStyleIdx="2" presStyleCnt="4"/>
      <dgm:spPr/>
    </dgm:pt>
    <dgm:pt modelId="{08302D04-101A-4891-80B5-19B82021FBB0}" type="pres">
      <dgm:prSet presAssocID="{5610F729-FFC5-4068-BE7A-B9C4C2CADB5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C8381BB6-94C6-49E9-8B39-D66B4A029843}" type="pres">
      <dgm:prSet presAssocID="{5610F729-FFC5-4068-BE7A-B9C4C2CADB54}" presName="spaceRect" presStyleCnt="0"/>
      <dgm:spPr/>
    </dgm:pt>
    <dgm:pt modelId="{44ECF58D-D8A9-4F02-AA33-C2221BAC7232}" type="pres">
      <dgm:prSet presAssocID="{5610F729-FFC5-4068-BE7A-B9C4C2CADB54}" presName="textRect" presStyleLbl="revTx" presStyleIdx="2" presStyleCnt="4">
        <dgm:presLayoutVars>
          <dgm:chMax val="1"/>
          <dgm:chPref val="1"/>
        </dgm:presLayoutVars>
      </dgm:prSet>
      <dgm:spPr/>
    </dgm:pt>
    <dgm:pt modelId="{6C64E9B2-4FA7-4FC6-AFC2-733EE135B45A}" type="pres">
      <dgm:prSet presAssocID="{9301CFFC-E03F-4FE5-9F56-028D7BB1E548}" presName="sibTrans" presStyleLbl="sibTrans2D1" presStyleIdx="0" presStyleCnt="0"/>
      <dgm:spPr/>
    </dgm:pt>
    <dgm:pt modelId="{7380B317-52BD-422E-8A12-7722CB65EF82}" type="pres">
      <dgm:prSet presAssocID="{C9B13E00-120F-48EA-B9A7-C86CD5E8502E}" presName="compNode" presStyleCnt="0"/>
      <dgm:spPr/>
    </dgm:pt>
    <dgm:pt modelId="{7DFBF57D-99CB-41AE-80C9-EE3F4B8813DB}" type="pres">
      <dgm:prSet presAssocID="{C9B13E00-120F-48EA-B9A7-C86CD5E8502E}" presName="iconBgRect" presStyleLbl="bgShp" presStyleIdx="3" presStyleCnt="4"/>
      <dgm:spPr/>
    </dgm:pt>
    <dgm:pt modelId="{B20D8069-EED6-436C-8010-F6DC72A6F898}" type="pres">
      <dgm:prSet presAssocID="{C9B13E00-120F-48EA-B9A7-C86CD5E8502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ick"/>
        </a:ext>
      </dgm:extLst>
    </dgm:pt>
    <dgm:pt modelId="{4FB9F965-E8C9-4E03-A8FE-B34C4FF886EF}" type="pres">
      <dgm:prSet presAssocID="{C9B13E00-120F-48EA-B9A7-C86CD5E8502E}" presName="spaceRect" presStyleCnt="0"/>
      <dgm:spPr/>
    </dgm:pt>
    <dgm:pt modelId="{BC9A0339-5CE5-4070-8927-26E07B89DA22}" type="pres">
      <dgm:prSet presAssocID="{C9B13E00-120F-48EA-B9A7-C86CD5E8502E}" presName="textRect" presStyleLbl="revTx" presStyleIdx="3" presStyleCnt="4">
        <dgm:presLayoutVars>
          <dgm:chMax val="1"/>
          <dgm:chPref val="1"/>
        </dgm:presLayoutVars>
      </dgm:prSet>
      <dgm:spPr/>
    </dgm:pt>
  </dgm:ptLst>
  <dgm:cxnLst>
    <dgm:cxn modelId="{1880F424-E1A1-4712-8749-6A138B434F98}" type="presOf" srcId="{C9B13E00-120F-48EA-B9A7-C86CD5E8502E}" destId="{BC9A0339-5CE5-4070-8927-26E07B89DA22}" srcOrd="0" destOrd="0" presId="urn:microsoft.com/office/officeart/2018/2/layout/IconCircleList"/>
    <dgm:cxn modelId="{D98FBA33-D983-42B1-B777-A3E1C051C975}" srcId="{A87BA313-47AF-4B13-AE12-F1614A8A2CC3}" destId="{BB4DB567-6B2B-4F54-ACE2-C08E0B26AB49}" srcOrd="1" destOrd="0" parTransId="{DE2F1355-97C4-4CC5-9789-8E1548A1AE5F}" sibTransId="{22DAB091-55DD-49F1-9401-9D272F88BADD}"/>
    <dgm:cxn modelId="{79FB5E36-0908-4AAF-8DFE-8156CAC40F38}" type="presOf" srcId="{22DAB091-55DD-49F1-9401-9D272F88BADD}" destId="{944CBCE9-D71D-4947-903A-5B7AC25F15A2}" srcOrd="0" destOrd="0" presId="urn:microsoft.com/office/officeart/2018/2/layout/IconCircleList"/>
    <dgm:cxn modelId="{ED32AE51-ECAD-4EEE-A18F-FB472D26E89C}" srcId="{A87BA313-47AF-4B13-AE12-F1614A8A2CC3}" destId="{C9B13E00-120F-48EA-B9A7-C86CD5E8502E}" srcOrd="3" destOrd="0" parTransId="{15023F9D-F32B-4FE2-AC25-28B220AD37FA}" sibTransId="{8AD01B27-0000-42EB-B0D5-F3B070DC038D}"/>
    <dgm:cxn modelId="{6935727B-8616-4F26-9448-8A5A1E80786E}" type="presOf" srcId="{5610F729-FFC5-4068-BE7A-B9C4C2CADB54}" destId="{44ECF58D-D8A9-4F02-AA33-C2221BAC7232}" srcOrd="0" destOrd="0" presId="urn:microsoft.com/office/officeart/2018/2/layout/IconCircleList"/>
    <dgm:cxn modelId="{7198C0A2-B6E6-4B9A-9F50-00B6B5DFEBB5}" type="presOf" srcId="{BB4DB567-6B2B-4F54-ACE2-C08E0B26AB49}" destId="{5872E485-C1BE-4971-A2E9-0A5014F7C575}" srcOrd="0" destOrd="0" presId="urn:microsoft.com/office/officeart/2018/2/layout/IconCircleList"/>
    <dgm:cxn modelId="{E9D5FDC4-3389-492D-B1D5-BD9B1CD6C6FE}" type="presOf" srcId="{222BDAEF-39D5-4DE4-810D-0ED6D2D145DF}" destId="{642A25F9-E237-498A-9E76-AE8E0325E483}" srcOrd="0" destOrd="0" presId="urn:microsoft.com/office/officeart/2018/2/layout/IconCircleList"/>
    <dgm:cxn modelId="{FCFBD0CA-EE56-4902-B4CB-F48BAAB37324}" srcId="{A87BA313-47AF-4B13-AE12-F1614A8A2CC3}" destId="{50A87D66-144A-4C96-B84F-EAA688053F2D}" srcOrd="0" destOrd="0" parTransId="{930571D9-E56A-43A0-A417-B8DDB97DE9F9}" sibTransId="{222BDAEF-39D5-4DE4-810D-0ED6D2D145DF}"/>
    <dgm:cxn modelId="{A437B0CE-A16E-43D7-9D11-ACB861B64B5A}" type="presOf" srcId="{A87BA313-47AF-4B13-AE12-F1614A8A2CC3}" destId="{357455ED-3373-4C00-8704-F29425DD57B0}" srcOrd="0" destOrd="0" presId="urn:microsoft.com/office/officeart/2018/2/layout/IconCircleList"/>
    <dgm:cxn modelId="{234CDCD7-E62E-44B1-AA5C-F4B26B04B621}" type="presOf" srcId="{9301CFFC-E03F-4FE5-9F56-028D7BB1E548}" destId="{6C64E9B2-4FA7-4FC6-AFC2-733EE135B45A}" srcOrd="0" destOrd="0" presId="urn:microsoft.com/office/officeart/2018/2/layout/IconCircleList"/>
    <dgm:cxn modelId="{C03368E1-216F-4640-AA78-DC65805F9FD7}" srcId="{A87BA313-47AF-4B13-AE12-F1614A8A2CC3}" destId="{5610F729-FFC5-4068-BE7A-B9C4C2CADB54}" srcOrd="2" destOrd="0" parTransId="{AD8CF430-E72A-4138-85D3-1844BBB9D0CE}" sibTransId="{9301CFFC-E03F-4FE5-9F56-028D7BB1E548}"/>
    <dgm:cxn modelId="{6DF323FA-6229-4791-A2E8-FBF8C99A1025}" type="presOf" srcId="{50A87D66-144A-4C96-B84F-EAA688053F2D}" destId="{410B604D-A267-40B9-8EAB-1A11C6546EF7}" srcOrd="0" destOrd="0" presId="urn:microsoft.com/office/officeart/2018/2/layout/IconCircleList"/>
    <dgm:cxn modelId="{55F0A271-0A23-4C9F-BADD-29C5B4B9FFFA}" type="presParOf" srcId="{357455ED-3373-4C00-8704-F29425DD57B0}" destId="{0FBB8864-008E-4FC9-942D-2DAF21F45FED}" srcOrd="0" destOrd="0" presId="urn:microsoft.com/office/officeart/2018/2/layout/IconCircleList"/>
    <dgm:cxn modelId="{3121ECA2-6CE9-405F-8F20-5EF8D28CBCF0}" type="presParOf" srcId="{0FBB8864-008E-4FC9-942D-2DAF21F45FED}" destId="{32DA38E4-807D-4102-81FA-2321A17E4641}" srcOrd="0" destOrd="0" presId="urn:microsoft.com/office/officeart/2018/2/layout/IconCircleList"/>
    <dgm:cxn modelId="{90217912-18B3-469B-A409-F1EBECAD6113}" type="presParOf" srcId="{32DA38E4-807D-4102-81FA-2321A17E4641}" destId="{0E5B5523-BA59-43BF-B251-3D0A5DFBB035}" srcOrd="0" destOrd="0" presId="urn:microsoft.com/office/officeart/2018/2/layout/IconCircleList"/>
    <dgm:cxn modelId="{90E88F40-C17C-49ED-9F4A-F1C633525969}" type="presParOf" srcId="{32DA38E4-807D-4102-81FA-2321A17E4641}" destId="{0EC100C0-DD97-4D56-A396-F2EA859135F4}" srcOrd="1" destOrd="0" presId="urn:microsoft.com/office/officeart/2018/2/layout/IconCircleList"/>
    <dgm:cxn modelId="{E14AEB7B-64BA-45F3-A069-B7C0F696620A}" type="presParOf" srcId="{32DA38E4-807D-4102-81FA-2321A17E4641}" destId="{5126C0CA-5C6F-4B0D-8A1D-E040BFF5D101}" srcOrd="2" destOrd="0" presId="urn:microsoft.com/office/officeart/2018/2/layout/IconCircleList"/>
    <dgm:cxn modelId="{3F8DF918-36D9-4A2B-801F-399916CB8123}" type="presParOf" srcId="{32DA38E4-807D-4102-81FA-2321A17E4641}" destId="{410B604D-A267-40B9-8EAB-1A11C6546EF7}" srcOrd="3" destOrd="0" presId="urn:microsoft.com/office/officeart/2018/2/layout/IconCircleList"/>
    <dgm:cxn modelId="{0AE0D8D2-43C7-47BF-A4E8-917034BB1D66}" type="presParOf" srcId="{0FBB8864-008E-4FC9-942D-2DAF21F45FED}" destId="{642A25F9-E237-498A-9E76-AE8E0325E483}" srcOrd="1" destOrd="0" presId="urn:microsoft.com/office/officeart/2018/2/layout/IconCircleList"/>
    <dgm:cxn modelId="{1B46FECA-B3E4-45AB-B228-B7E669EDF73E}" type="presParOf" srcId="{0FBB8864-008E-4FC9-942D-2DAF21F45FED}" destId="{07AEA764-F21C-4786-8AB3-2924706EB71B}" srcOrd="2" destOrd="0" presId="urn:microsoft.com/office/officeart/2018/2/layout/IconCircleList"/>
    <dgm:cxn modelId="{5909360B-EEFE-4B65-A651-BB7FB047F4FD}" type="presParOf" srcId="{07AEA764-F21C-4786-8AB3-2924706EB71B}" destId="{8CA5851D-4DB5-4EFD-A8EE-E31B055131E9}" srcOrd="0" destOrd="0" presId="urn:microsoft.com/office/officeart/2018/2/layout/IconCircleList"/>
    <dgm:cxn modelId="{86B07591-7A30-4D67-A647-B6E7AEC3139B}" type="presParOf" srcId="{07AEA764-F21C-4786-8AB3-2924706EB71B}" destId="{D027EDC4-D8DB-4D6B-AEB1-4FD3A03B4C17}" srcOrd="1" destOrd="0" presId="urn:microsoft.com/office/officeart/2018/2/layout/IconCircleList"/>
    <dgm:cxn modelId="{9CE8FD6D-24F0-4BE3-9627-6C9AF7BF8EFD}" type="presParOf" srcId="{07AEA764-F21C-4786-8AB3-2924706EB71B}" destId="{BDF64042-1350-4EA9-9835-D797FF39AEA5}" srcOrd="2" destOrd="0" presId="urn:microsoft.com/office/officeart/2018/2/layout/IconCircleList"/>
    <dgm:cxn modelId="{6DC6BF00-7E81-49DE-8B9E-6897895300AF}" type="presParOf" srcId="{07AEA764-F21C-4786-8AB3-2924706EB71B}" destId="{5872E485-C1BE-4971-A2E9-0A5014F7C575}" srcOrd="3" destOrd="0" presId="urn:microsoft.com/office/officeart/2018/2/layout/IconCircleList"/>
    <dgm:cxn modelId="{7A7A201B-20AC-438D-91BE-7BB841FBF51E}" type="presParOf" srcId="{0FBB8864-008E-4FC9-942D-2DAF21F45FED}" destId="{944CBCE9-D71D-4947-903A-5B7AC25F15A2}" srcOrd="3" destOrd="0" presId="urn:microsoft.com/office/officeart/2018/2/layout/IconCircleList"/>
    <dgm:cxn modelId="{2DB60997-D083-47BC-A1E0-47994CF82D58}" type="presParOf" srcId="{0FBB8864-008E-4FC9-942D-2DAF21F45FED}" destId="{375207A4-0902-4798-9CBD-359EB2F5153E}" srcOrd="4" destOrd="0" presId="urn:microsoft.com/office/officeart/2018/2/layout/IconCircleList"/>
    <dgm:cxn modelId="{092C1D90-9363-4221-AEE5-AAF6E7D4CB18}" type="presParOf" srcId="{375207A4-0902-4798-9CBD-359EB2F5153E}" destId="{B824A71A-40BF-434F-AC2F-D914243FC314}" srcOrd="0" destOrd="0" presId="urn:microsoft.com/office/officeart/2018/2/layout/IconCircleList"/>
    <dgm:cxn modelId="{AF690814-4779-49A1-9FD1-8F91DE35A860}" type="presParOf" srcId="{375207A4-0902-4798-9CBD-359EB2F5153E}" destId="{08302D04-101A-4891-80B5-19B82021FBB0}" srcOrd="1" destOrd="0" presId="urn:microsoft.com/office/officeart/2018/2/layout/IconCircleList"/>
    <dgm:cxn modelId="{BB84BD89-C7EE-45AA-A7FB-718708161454}" type="presParOf" srcId="{375207A4-0902-4798-9CBD-359EB2F5153E}" destId="{C8381BB6-94C6-49E9-8B39-D66B4A029843}" srcOrd="2" destOrd="0" presId="urn:microsoft.com/office/officeart/2018/2/layout/IconCircleList"/>
    <dgm:cxn modelId="{77BC41BA-F869-41A1-BB5C-1464F7A224A9}" type="presParOf" srcId="{375207A4-0902-4798-9CBD-359EB2F5153E}" destId="{44ECF58D-D8A9-4F02-AA33-C2221BAC7232}" srcOrd="3" destOrd="0" presId="urn:microsoft.com/office/officeart/2018/2/layout/IconCircleList"/>
    <dgm:cxn modelId="{B90AB4EA-44B3-4277-8BE3-B7EDD6FD322F}" type="presParOf" srcId="{0FBB8864-008E-4FC9-942D-2DAF21F45FED}" destId="{6C64E9B2-4FA7-4FC6-AFC2-733EE135B45A}" srcOrd="5" destOrd="0" presId="urn:microsoft.com/office/officeart/2018/2/layout/IconCircleList"/>
    <dgm:cxn modelId="{8D6B23FA-D1A5-4649-BB99-D5BC50935C64}" type="presParOf" srcId="{0FBB8864-008E-4FC9-942D-2DAF21F45FED}" destId="{7380B317-52BD-422E-8A12-7722CB65EF82}" srcOrd="6" destOrd="0" presId="urn:microsoft.com/office/officeart/2018/2/layout/IconCircleList"/>
    <dgm:cxn modelId="{D21212BB-292B-4405-A887-398E31A17281}" type="presParOf" srcId="{7380B317-52BD-422E-8A12-7722CB65EF82}" destId="{7DFBF57D-99CB-41AE-80C9-EE3F4B8813DB}" srcOrd="0" destOrd="0" presId="urn:microsoft.com/office/officeart/2018/2/layout/IconCircleList"/>
    <dgm:cxn modelId="{55B559B4-02EC-4490-AA39-5A6252352F86}" type="presParOf" srcId="{7380B317-52BD-422E-8A12-7722CB65EF82}" destId="{B20D8069-EED6-436C-8010-F6DC72A6F898}" srcOrd="1" destOrd="0" presId="urn:microsoft.com/office/officeart/2018/2/layout/IconCircleList"/>
    <dgm:cxn modelId="{CD287576-4DA7-4951-B952-D90700B1937F}" type="presParOf" srcId="{7380B317-52BD-422E-8A12-7722CB65EF82}" destId="{4FB9F965-E8C9-4E03-A8FE-B34C4FF886EF}" srcOrd="2" destOrd="0" presId="urn:microsoft.com/office/officeart/2018/2/layout/IconCircleList"/>
    <dgm:cxn modelId="{D54B861A-04BD-4BAB-94FB-32E1A040AE96}" type="presParOf" srcId="{7380B317-52BD-422E-8A12-7722CB65EF82}" destId="{BC9A0339-5CE5-4070-8927-26E07B89DA22}"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148743-E6CB-4B08-962A-39D9FC1BDD32}">
      <dsp:nvSpPr>
        <dsp:cNvPr id="0" name=""/>
        <dsp:cNvSpPr/>
      </dsp:nvSpPr>
      <dsp:spPr>
        <a:xfrm>
          <a:off x="0" y="552"/>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E4C024-870F-4DCE-A265-15F6444A145A}">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24385F-5614-4DF6-B1A2-3435819A248E}">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Montserrat" pitchFamily="2" charset="77"/>
            </a:rPr>
            <a:t>Launching a new customer-facing digital experience </a:t>
          </a:r>
        </a:p>
      </dsp:txBody>
      <dsp:txXfrm>
        <a:off x="1493203" y="552"/>
        <a:ext cx="6736396" cy="1292816"/>
      </dsp:txXfrm>
    </dsp:sp>
    <dsp:sp modelId="{B02A4F31-0015-4208-B8CA-48940A1D4C11}">
      <dsp:nvSpPr>
        <dsp:cNvPr id="0" name=""/>
        <dsp:cNvSpPr/>
      </dsp:nvSpPr>
      <dsp:spPr>
        <a:xfrm>
          <a:off x="0" y="161657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BD829F-C474-450C-A231-2169A789991C}">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1CB82C-C134-492A-8BD2-5FD52947FEDB}">
      <dsp:nvSpPr>
        <dsp:cNvPr id="0" name=""/>
        <dsp:cNvSpPr/>
      </dsp:nvSpPr>
      <dsp:spPr>
        <a:xfrm>
          <a:off x="1493203" y="161657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Montserrat" pitchFamily="2" charset="77"/>
            </a:rPr>
            <a:t>Frontline confidence is critical to customer trust and adoption</a:t>
          </a:r>
        </a:p>
      </dsp:txBody>
      <dsp:txXfrm>
        <a:off x="1493203" y="1616573"/>
        <a:ext cx="6736396" cy="1292816"/>
      </dsp:txXfrm>
    </dsp:sp>
    <dsp:sp modelId="{AF528B83-0C6B-4DFA-A9CF-A406AF1D72C6}">
      <dsp:nvSpPr>
        <dsp:cNvPr id="0" name=""/>
        <dsp:cNvSpPr/>
      </dsp:nvSpPr>
      <dsp:spPr>
        <a:xfrm>
          <a:off x="0" y="323259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435A41-CE3A-48B0-A819-EBA7515CB72A}">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5C07DD-427D-4942-A97A-89A1900652D9}">
      <dsp:nvSpPr>
        <dsp:cNvPr id="0" name=""/>
        <dsp:cNvSpPr/>
      </dsp:nvSpPr>
      <dsp:spPr>
        <a:xfrm>
          <a:off x="1493203" y="323259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Montserrat" pitchFamily="2" charset="77"/>
            </a:rPr>
            <a:t>Customers will look to frontline teams for reassurance and guidance</a:t>
          </a:r>
        </a:p>
      </dsp:txBody>
      <dsp:txXfrm>
        <a:off x="1493203" y="3232593"/>
        <a:ext cx="6736396" cy="12928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02DEC4-8358-4B59-9825-CDA52F58B2E9}">
      <dsp:nvSpPr>
        <dsp:cNvPr id="0" name=""/>
        <dsp:cNvSpPr/>
      </dsp:nvSpPr>
      <dsp:spPr>
        <a:xfrm>
          <a:off x="0" y="1878"/>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3CBCB0-8F78-4285-8B91-EA92CBFEA93D}">
      <dsp:nvSpPr>
        <dsp:cNvPr id="0" name=""/>
        <dsp:cNvSpPr/>
      </dsp:nvSpPr>
      <dsp:spPr>
        <a:xfrm>
          <a:off x="287993" y="216088"/>
          <a:ext cx="523623" cy="5236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E015EF-01AE-4CD7-B2A3-37E34ED2A5CE}">
      <dsp:nvSpPr>
        <dsp:cNvPr id="0" name=""/>
        <dsp:cNvSpPr/>
      </dsp:nvSpPr>
      <dsp:spPr>
        <a:xfrm>
          <a:off x="1099610" y="1878"/>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Montserrat" pitchFamily="2" charset="77"/>
            </a:rPr>
            <a:t>Generic training does not reflect real customer scenarios</a:t>
          </a:r>
        </a:p>
      </dsp:txBody>
      <dsp:txXfrm>
        <a:off x="1099610" y="1878"/>
        <a:ext cx="7129989" cy="952043"/>
      </dsp:txXfrm>
    </dsp:sp>
    <dsp:sp modelId="{595C2A74-FE39-4973-97C7-B0AD4276C978}">
      <dsp:nvSpPr>
        <dsp:cNvPr id="0" name=""/>
        <dsp:cNvSpPr/>
      </dsp:nvSpPr>
      <dsp:spPr>
        <a:xfrm>
          <a:off x="0" y="1191932"/>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A43A60-A068-48D3-9714-87635038C0C9}">
      <dsp:nvSpPr>
        <dsp:cNvPr id="0" name=""/>
        <dsp:cNvSpPr/>
      </dsp:nvSpPr>
      <dsp:spPr>
        <a:xfrm>
          <a:off x="287993" y="1406142"/>
          <a:ext cx="523623" cy="5236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5BCD54-A7FC-431B-873F-30F951D5E680}">
      <dsp:nvSpPr>
        <dsp:cNvPr id="0" name=""/>
        <dsp:cNvSpPr/>
      </dsp:nvSpPr>
      <dsp:spPr>
        <a:xfrm>
          <a:off x="1099610" y="1191932"/>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Montserrat" pitchFamily="2" charset="77"/>
            </a:rPr>
            <a:t>Limited opportunity to practice conversations before launch</a:t>
          </a:r>
        </a:p>
      </dsp:txBody>
      <dsp:txXfrm>
        <a:off x="1099610" y="1191932"/>
        <a:ext cx="7129989" cy="952043"/>
      </dsp:txXfrm>
    </dsp:sp>
    <dsp:sp modelId="{498DCB95-DCC3-4435-B73A-55CA85CEFB8D}">
      <dsp:nvSpPr>
        <dsp:cNvPr id="0" name=""/>
        <dsp:cNvSpPr/>
      </dsp:nvSpPr>
      <dsp:spPr>
        <a:xfrm>
          <a:off x="0" y="2381986"/>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7FA4CF-5200-4BA2-89D6-30E9F83D4BDC}">
      <dsp:nvSpPr>
        <dsp:cNvPr id="0" name=""/>
        <dsp:cNvSpPr/>
      </dsp:nvSpPr>
      <dsp:spPr>
        <a:xfrm>
          <a:off x="287993" y="2596196"/>
          <a:ext cx="523623" cy="5236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5046AD-C95D-4A26-B6E8-BDB04EB6806F}">
      <dsp:nvSpPr>
        <dsp:cNvPr id="0" name=""/>
        <dsp:cNvSpPr/>
      </dsp:nvSpPr>
      <dsp:spPr>
        <a:xfrm>
          <a:off x="1099610" y="2381986"/>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711200">
            <a:lnSpc>
              <a:spcPct val="100000"/>
            </a:lnSpc>
            <a:spcBef>
              <a:spcPct val="0"/>
            </a:spcBef>
            <a:spcAft>
              <a:spcPct val="35000"/>
            </a:spcAft>
            <a:buNone/>
          </a:pPr>
          <a:r>
            <a:rPr lang="en-US" sz="1600" kern="1200">
              <a:latin typeface="Montserrat" pitchFamily="2" charset="77"/>
            </a:rPr>
            <a:t>Knowledge fragmented across product, support, and operations</a:t>
          </a:r>
        </a:p>
      </dsp:txBody>
      <dsp:txXfrm>
        <a:off x="1099610" y="2381986"/>
        <a:ext cx="7129989" cy="952043"/>
      </dsp:txXfrm>
    </dsp:sp>
    <dsp:sp modelId="{D798138D-09E0-4E47-978F-3055CA67B78A}">
      <dsp:nvSpPr>
        <dsp:cNvPr id="0" name=""/>
        <dsp:cNvSpPr/>
      </dsp:nvSpPr>
      <dsp:spPr>
        <a:xfrm>
          <a:off x="0" y="3572041"/>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4ABC25-D87E-46B0-964A-42C8EE4D3B50}">
      <dsp:nvSpPr>
        <dsp:cNvPr id="0" name=""/>
        <dsp:cNvSpPr/>
      </dsp:nvSpPr>
      <dsp:spPr>
        <a:xfrm>
          <a:off x="287993" y="3786250"/>
          <a:ext cx="523623" cy="5236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F7B315-F3AB-4986-BDF5-0C5A2067E3FF}">
      <dsp:nvSpPr>
        <dsp:cNvPr id="0" name=""/>
        <dsp:cNvSpPr/>
      </dsp:nvSpPr>
      <dsp:spPr>
        <a:xfrm>
          <a:off x="1099610" y="3572041"/>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711200">
            <a:lnSpc>
              <a:spcPct val="100000"/>
            </a:lnSpc>
            <a:spcBef>
              <a:spcPct val="0"/>
            </a:spcBef>
            <a:spcAft>
              <a:spcPct val="35000"/>
            </a:spcAft>
            <a:buNone/>
          </a:pPr>
          <a:r>
            <a:rPr lang="en-US" sz="1600" kern="1200">
              <a:latin typeface="Montserrat" pitchFamily="2" charset="77"/>
            </a:rPr>
            <a:t>Frontline teams learn under pressure once customers are already impacted</a:t>
          </a:r>
        </a:p>
      </dsp:txBody>
      <dsp:txXfrm>
        <a:off x="1099610" y="3572041"/>
        <a:ext cx="7129989" cy="9520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754C4F-C8B7-4BE1-B167-C6588D8927CC}">
      <dsp:nvSpPr>
        <dsp:cNvPr id="0" name=""/>
        <dsp:cNvSpPr/>
      </dsp:nvSpPr>
      <dsp:spPr>
        <a:xfrm>
          <a:off x="535049" y="797185"/>
          <a:ext cx="1475437" cy="14754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5CECC7-0357-4139-A059-A293A106CB07}">
      <dsp:nvSpPr>
        <dsp:cNvPr id="0" name=""/>
        <dsp:cNvSpPr/>
      </dsp:nvSpPr>
      <dsp:spPr>
        <a:xfrm>
          <a:off x="849487" y="1111623"/>
          <a:ext cx="846562" cy="846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1DDC3B-187D-4E1C-ABE3-CA3B93F5D19C}">
      <dsp:nvSpPr>
        <dsp:cNvPr id="0" name=""/>
        <dsp:cNvSpPr/>
      </dsp:nvSpPr>
      <dsp:spPr>
        <a:xfrm>
          <a:off x="63393" y="2732185"/>
          <a:ext cx="2418750" cy="996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latin typeface="Montserrat" pitchFamily="2" charset="77"/>
            </a:rPr>
            <a:t>A new customer app designed to simplify key actions</a:t>
          </a:r>
        </a:p>
      </dsp:txBody>
      <dsp:txXfrm>
        <a:off x="63393" y="2732185"/>
        <a:ext cx="2418750" cy="996591"/>
      </dsp:txXfrm>
    </dsp:sp>
    <dsp:sp modelId="{524D3240-0E13-4FE6-B4A5-F581ACD28591}">
      <dsp:nvSpPr>
        <dsp:cNvPr id="0" name=""/>
        <dsp:cNvSpPr/>
      </dsp:nvSpPr>
      <dsp:spPr>
        <a:xfrm>
          <a:off x="3377081" y="797185"/>
          <a:ext cx="1475437" cy="14754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B0151A-2C5E-448B-B5D2-FF94CBD97AF3}">
      <dsp:nvSpPr>
        <dsp:cNvPr id="0" name=""/>
        <dsp:cNvSpPr/>
      </dsp:nvSpPr>
      <dsp:spPr>
        <a:xfrm>
          <a:off x="3691518" y="1111623"/>
          <a:ext cx="846562" cy="846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7BAF37-F48D-4289-94F6-59655FBED08C}">
      <dsp:nvSpPr>
        <dsp:cNvPr id="0" name=""/>
        <dsp:cNvSpPr/>
      </dsp:nvSpPr>
      <dsp:spPr>
        <a:xfrm>
          <a:off x="2905425" y="2732185"/>
          <a:ext cx="2418750" cy="996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latin typeface="Montserrat" pitchFamily="2" charset="77"/>
            </a:rPr>
            <a:t>Introduces new workflows, terminology, and expectations</a:t>
          </a:r>
        </a:p>
      </dsp:txBody>
      <dsp:txXfrm>
        <a:off x="2905425" y="2732185"/>
        <a:ext cx="2418750" cy="996591"/>
      </dsp:txXfrm>
    </dsp:sp>
    <dsp:sp modelId="{64FC1D77-0E01-4DD6-9338-3108DC9EF02A}">
      <dsp:nvSpPr>
        <dsp:cNvPr id="0" name=""/>
        <dsp:cNvSpPr/>
      </dsp:nvSpPr>
      <dsp:spPr>
        <a:xfrm>
          <a:off x="6219112" y="797185"/>
          <a:ext cx="1475437" cy="14754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948F8A-2405-49A8-B4C3-E526A3DB4A45}">
      <dsp:nvSpPr>
        <dsp:cNvPr id="0" name=""/>
        <dsp:cNvSpPr/>
      </dsp:nvSpPr>
      <dsp:spPr>
        <a:xfrm>
          <a:off x="6533550" y="1111623"/>
          <a:ext cx="846562" cy="846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8C62FD-878B-4A9F-9C7B-568EA0D793B3}">
      <dsp:nvSpPr>
        <dsp:cNvPr id="0" name=""/>
        <dsp:cNvSpPr/>
      </dsp:nvSpPr>
      <dsp:spPr>
        <a:xfrm>
          <a:off x="5747456" y="2732185"/>
          <a:ext cx="2418750" cy="996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latin typeface="Montserrat" pitchFamily="2" charset="77"/>
            </a:rPr>
            <a:t>Customer adoption will vary</a:t>
          </a:r>
        </a:p>
      </dsp:txBody>
      <dsp:txXfrm>
        <a:off x="5747456" y="2732185"/>
        <a:ext cx="2418750" cy="99659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68C623-A5E0-4D13-8F74-2B55D2287454}">
      <dsp:nvSpPr>
        <dsp:cNvPr id="0" name=""/>
        <dsp:cNvSpPr/>
      </dsp:nvSpPr>
      <dsp:spPr>
        <a:xfrm>
          <a:off x="25368" y="795493"/>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2EACFB-8385-4FC9-BDCD-AA331BC2FC70}">
      <dsp:nvSpPr>
        <dsp:cNvPr id="0" name=""/>
        <dsp:cNvSpPr/>
      </dsp:nvSpPr>
      <dsp:spPr>
        <a:xfrm>
          <a:off x="252752" y="1022877"/>
          <a:ext cx="628012" cy="6280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6ADBDD-1503-4724-B62D-2C4A36B27C33}">
      <dsp:nvSpPr>
        <dsp:cNvPr id="0" name=""/>
        <dsp:cNvSpPr/>
      </dsp:nvSpPr>
      <dsp:spPr>
        <a:xfrm>
          <a:off x="1340173" y="795493"/>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Montserrat" pitchFamily="2" charset="77"/>
            </a:rPr>
            <a:t>Practice-based learning aligned to launch scenarios</a:t>
          </a:r>
        </a:p>
      </dsp:txBody>
      <dsp:txXfrm>
        <a:off x="1340173" y="795493"/>
        <a:ext cx="2552269" cy="1082781"/>
      </dsp:txXfrm>
    </dsp:sp>
    <dsp:sp modelId="{27E46D68-6A71-4ACB-8125-D3D806B953A0}">
      <dsp:nvSpPr>
        <dsp:cNvPr id="0" name=""/>
        <dsp:cNvSpPr/>
      </dsp:nvSpPr>
      <dsp:spPr>
        <a:xfrm>
          <a:off x="4337156" y="795493"/>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1B4E52-6DC3-44F7-9A22-0517A17B0496}">
      <dsp:nvSpPr>
        <dsp:cNvPr id="0" name=""/>
        <dsp:cNvSpPr/>
      </dsp:nvSpPr>
      <dsp:spPr>
        <a:xfrm>
          <a:off x="4564540" y="1022877"/>
          <a:ext cx="628012" cy="6280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FE35CA-8836-4136-AFB2-312C4FF666FC}">
      <dsp:nvSpPr>
        <dsp:cNvPr id="0" name=""/>
        <dsp:cNvSpPr/>
      </dsp:nvSpPr>
      <dsp:spPr>
        <a:xfrm>
          <a:off x="5651962" y="795493"/>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Montserrat" pitchFamily="2" charset="77"/>
            </a:rPr>
            <a:t>Training with support materials: FAQs, screenshots, escalation paths</a:t>
          </a:r>
        </a:p>
      </dsp:txBody>
      <dsp:txXfrm>
        <a:off x="5651962" y="795493"/>
        <a:ext cx="2552269" cy="1082781"/>
      </dsp:txXfrm>
    </dsp:sp>
    <dsp:sp modelId="{608FA6A6-4F0B-4842-839B-9F685E32DCC9}">
      <dsp:nvSpPr>
        <dsp:cNvPr id="0" name=""/>
        <dsp:cNvSpPr/>
      </dsp:nvSpPr>
      <dsp:spPr>
        <a:xfrm>
          <a:off x="25368" y="2647688"/>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39FC10-AEFA-448B-8C96-47790EE47287}">
      <dsp:nvSpPr>
        <dsp:cNvPr id="0" name=""/>
        <dsp:cNvSpPr/>
      </dsp:nvSpPr>
      <dsp:spPr>
        <a:xfrm>
          <a:off x="252752" y="2875072"/>
          <a:ext cx="628012" cy="6280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626919-F3D5-451D-A03F-A0FBE2D7AAD4}">
      <dsp:nvSpPr>
        <dsp:cNvPr id="0" name=""/>
        <dsp:cNvSpPr/>
      </dsp:nvSpPr>
      <dsp:spPr>
        <a:xfrm>
          <a:off x="1340173" y="2647688"/>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Montserrat" pitchFamily="2" charset="77"/>
            </a:rPr>
            <a:t>AI-powered simulations for safe practice</a:t>
          </a:r>
        </a:p>
      </dsp:txBody>
      <dsp:txXfrm>
        <a:off x="1340173" y="2647688"/>
        <a:ext cx="2552269" cy="1082781"/>
      </dsp:txXfrm>
    </dsp:sp>
    <dsp:sp modelId="{1E05726A-7B28-4625-9613-4AB6F750EB18}">
      <dsp:nvSpPr>
        <dsp:cNvPr id="0" name=""/>
        <dsp:cNvSpPr/>
      </dsp:nvSpPr>
      <dsp:spPr>
        <a:xfrm>
          <a:off x="4337156" y="2647688"/>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0CDB4E-353D-476E-A7E7-706ECC330A9C}">
      <dsp:nvSpPr>
        <dsp:cNvPr id="0" name=""/>
        <dsp:cNvSpPr/>
      </dsp:nvSpPr>
      <dsp:spPr>
        <a:xfrm>
          <a:off x="4564540" y="2875072"/>
          <a:ext cx="628012" cy="6280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1C7ACF-0C22-46AC-BAB2-1993AF48F4EB}">
      <dsp:nvSpPr>
        <dsp:cNvPr id="0" name=""/>
        <dsp:cNvSpPr/>
      </dsp:nvSpPr>
      <dsp:spPr>
        <a:xfrm>
          <a:off x="5651962" y="2647688"/>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a:latin typeface="Montserrat" pitchFamily="2" charset="77"/>
            </a:rPr>
            <a:t>Guidance on advocating benefits while respecting customer readiness</a:t>
          </a:r>
        </a:p>
      </dsp:txBody>
      <dsp:txXfrm>
        <a:off x="5651962" y="2647688"/>
        <a:ext cx="2552269" cy="108278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238897-D144-4B7A-8431-F45FB2EF6929}">
      <dsp:nvSpPr>
        <dsp:cNvPr id="0" name=""/>
        <dsp:cNvSpPr/>
      </dsp:nvSpPr>
      <dsp:spPr>
        <a:xfrm>
          <a:off x="0" y="3535"/>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E1ADA2-4E0F-4873-9F72-8A0230091D19}">
      <dsp:nvSpPr>
        <dsp:cNvPr id="0" name=""/>
        <dsp:cNvSpPr/>
      </dsp:nvSpPr>
      <dsp:spPr>
        <a:xfrm>
          <a:off x="227827" y="172994"/>
          <a:ext cx="414231" cy="4142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4972F0-342A-4B33-AE24-C2100527099F}">
      <dsp:nvSpPr>
        <dsp:cNvPr id="0" name=""/>
        <dsp:cNvSpPr/>
      </dsp:nvSpPr>
      <dsp:spPr>
        <a:xfrm>
          <a:off x="869886" y="3535"/>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Montserrat" pitchFamily="2" charset="77"/>
            </a:rPr>
            <a:t>Train-the-trainer sessions </a:t>
          </a:r>
        </a:p>
      </dsp:txBody>
      <dsp:txXfrm>
        <a:off x="869886" y="3535"/>
        <a:ext cx="7359713" cy="753148"/>
      </dsp:txXfrm>
    </dsp:sp>
    <dsp:sp modelId="{FCFC4629-923B-4819-B2D9-508DD6C3BE45}">
      <dsp:nvSpPr>
        <dsp:cNvPr id="0" name=""/>
        <dsp:cNvSpPr/>
      </dsp:nvSpPr>
      <dsp:spPr>
        <a:xfrm>
          <a:off x="0" y="944971"/>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7E2797-6413-4786-9DA6-E6F86D0011BD}">
      <dsp:nvSpPr>
        <dsp:cNvPr id="0" name=""/>
        <dsp:cNvSpPr/>
      </dsp:nvSpPr>
      <dsp:spPr>
        <a:xfrm>
          <a:off x="227827" y="1114429"/>
          <a:ext cx="414231" cy="4142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258E63-1D75-4C65-AF2B-A62FE2B6AE3A}">
      <dsp:nvSpPr>
        <dsp:cNvPr id="0" name=""/>
        <dsp:cNvSpPr/>
      </dsp:nvSpPr>
      <dsp:spPr>
        <a:xfrm>
          <a:off x="869886" y="944971"/>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Montserrat" pitchFamily="2" charset="77"/>
            </a:rPr>
            <a:t>Role-specific Skill Benchmark assessments</a:t>
          </a:r>
        </a:p>
      </dsp:txBody>
      <dsp:txXfrm>
        <a:off x="869886" y="944971"/>
        <a:ext cx="7359713" cy="753148"/>
      </dsp:txXfrm>
    </dsp:sp>
    <dsp:sp modelId="{A94464FC-B969-4318-82C7-BE23CF3926E9}">
      <dsp:nvSpPr>
        <dsp:cNvPr id="0" name=""/>
        <dsp:cNvSpPr/>
      </dsp:nvSpPr>
      <dsp:spPr>
        <a:xfrm>
          <a:off x="0" y="1886407"/>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B36D77-0C6C-4B29-8207-170F66EFD004}">
      <dsp:nvSpPr>
        <dsp:cNvPr id="0" name=""/>
        <dsp:cNvSpPr/>
      </dsp:nvSpPr>
      <dsp:spPr>
        <a:xfrm>
          <a:off x="227827" y="2055865"/>
          <a:ext cx="414231" cy="4142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39F9AC-3507-4183-B3F8-9B3D70EB07F6}">
      <dsp:nvSpPr>
        <dsp:cNvPr id="0" name=""/>
        <dsp:cNvSpPr/>
      </dsp:nvSpPr>
      <dsp:spPr>
        <a:xfrm>
          <a:off x="869886" y="1886407"/>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711200">
            <a:lnSpc>
              <a:spcPct val="100000"/>
            </a:lnSpc>
            <a:spcBef>
              <a:spcPct val="0"/>
            </a:spcBef>
            <a:spcAft>
              <a:spcPct val="35000"/>
            </a:spcAft>
            <a:buNone/>
          </a:pPr>
          <a:r>
            <a:rPr lang="en-US" sz="1600" kern="1200">
              <a:latin typeface="Montserrat" pitchFamily="2" charset="77"/>
            </a:rPr>
            <a:t>AI-powered role-play for customer and support scenarios</a:t>
          </a:r>
        </a:p>
      </dsp:txBody>
      <dsp:txXfrm>
        <a:off x="869886" y="1886407"/>
        <a:ext cx="7359713" cy="753148"/>
      </dsp:txXfrm>
    </dsp:sp>
    <dsp:sp modelId="{3DB7E7CE-EEC2-4BB5-98F5-335E3F67DF5B}">
      <dsp:nvSpPr>
        <dsp:cNvPr id="0" name=""/>
        <dsp:cNvSpPr/>
      </dsp:nvSpPr>
      <dsp:spPr>
        <a:xfrm>
          <a:off x="0" y="2827842"/>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87A340-D5C3-4E1D-BD48-762FAD40A301}">
      <dsp:nvSpPr>
        <dsp:cNvPr id="0" name=""/>
        <dsp:cNvSpPr/>
      </dsp:nvSpPr>
      <dsp:spPr>
        <a:xfrm>
          <a:off x="227827" y="2997301"/>
          <a:ext cx="414231" cy="4142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143B3F-9736-4C2A-A6E2-DC3CF0F95E45}">
      <dsp:nvSpPr>
        <dsp:cNvPr id="0" name=""/>
        <dsp:cNvSpPr/>
      </dsp:nvSpPr>
      <dsp:spPr>
        <a:xfrm>
          <a:off x="869886" y="2827842"/>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711200">
            <a:lnSpc>
              <a:spcPct val="100000"/>
            </a:lnSpc>
            <a:spcBef>
              <a:spcPct val="0"/>
            </a:spcBef>
            <a:spcAft>
              <a:spcPct val="35000"/>
            </a:spcAft>
            <a:buNone/>
          </a:pPr>
          <a:r>
            <a:rPr lang="en-US" sz="1600" kern="1200">
              <a:latin typeface="Montserrat" pitchFamily="2" charset="77"/>
            </a:rPr>
            <a:t>Just-in-time post-launch resources</a:t>
          </a:r>
        </a:p>
      </dsp:txBody>
      <dsp:txXfrm>
        <a:off x="869886" y="2827842"/>
        <a:ext cx="7359713" cy="753148"/>
      </dsp:txXfrm>
    </dsp:sp>
    <dsp:sp modelId="{351FD543-FA95-492D-A4A8-76BF3117D3D3}">
      <dsp:nvSpPr>
        <dsp:cNvPr id="0" name=""/>
        <dsp:cNvSpPr/>
      </dsp:nvSpPr>
      <dsp:spPr>
        <a:xfrm>
          <a:off x="0" y="3769278"/>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79154F-F35D-4874-AEF4-88A3DF1D8915}">
      <dsp:nvSpPr>
        <dsp:cNvPr id="0" name=""/>
        <dsp:cNvSpPr/>
      </dsp:nvSpPr>
      <dsp:spPr>
        <a:xfrm>
          <a:off x="227827" y="3938736"/>
          <a:ext cx="414231" cy="41423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CB49EF-12C0-40D1-9615-A78F40F89F30}">
      <dsp:nvSpPr>
        <dsp:cNvPr id="0" name=""/>
        <dsp:cNvSpPr/>
      </dsp:nvSpPr>
      <dsp:spPr>
        <a:xfrm>
          <a:off x="869886" y="3769278"/>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711200">
            <a:lnSpc>
              <a:spcPct val="100000"/>
            </a:lnSpc>
            <a:spcBef>
              <a:spcPct val="0"/>
            </a:spcBef>
            <a:spcAft>
              <a:spcPct val="35000"/>
            </a:spcAft>
            <a:buNone/>
          </a:pPr>
          <a:r>
            <a:rPr lang="en-US" sz="1600" b="1" kern="1200">
              <a:latin typeface="Montserrat" pitchFamily="2" charset="77"/>
            </a:rPr>
            <a:t>Trainer focus: </a:t>
          </a:r>
          <a:r>
            <a:rPr lang="en-US" sz="1600" kern="1200">
              <a:latin typeface="Montserrat" pitchFamily="2" charset="77"/>
            </a:rPr>
            <a:t>Prepare teams to guide, reassure, or redirect when needed</a:t>
          </a:r>
        </a:p>
      </dsp:txBody>
      <dsp:txXfrm>
        <a:off x="869886" y="3769278"/>
        <a:ext cx="7359713" cy="7531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5B5523-BA59-43BF-B251-3D0A5DFBB035}">
      <dsp:nvSpPr>
        <dsp:cNvPr id="0" name=""/>
        <dsp:cNvSpPr/>
      </dsp:nvSpPr>
      <dsp:spPr>
        <a:xfrm>
          <a:off x="25368" y="795493"/>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C100C0-DD97-4D56-A396-F2EA859135F4}">
      <dsp:nvSpPr>
        <dsp:cNvPr id="0" name=""/>
        <dsp:cNvSpPr/>
      </dsp:nvSpPr>
      <dsp:spPr>
        <a:xfrm>
          <a:off x="252752" y="1022877"/>
          <a:ext cx="628012" cy="6280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0B604D-A267-40B9-8EAB-1A11C6546EF7}">
      <dsp:nvSpPr>
        <dsp:cNvPr id="0" name=""/>
        <dsp:cNvSpPr/>
      </dsp:nvSpPr>
      <dsp:spPr>
        <a:xfrm>
          <a:off x="1340173" y="795493"/>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Montserrat" pitchFamily="2" charset="77"/>
            </a:rPr>
            <a:t>Share internal source of truth</a:t>
          </a:r>
        </a:p>
      </dsp:txBody>
      <dsp:txXfrm>
        <a:off x="1340173" y="795493"/>
        <a:ext cx="2552269" cy="1082781"/>
      </dsp:txXfrm>
    </dsp:sp>
    <dsp:sp modelId="{8CA5851D-4DB5-4EFD-A8EE-E31B055131E9}">
      <dsp:nvSpPr>
        <dsp:cNvPr id="0" name=""/>
        <dsp:cNvSpPr/>
      </dsp:nvSpPr>
      <dsp:spPr>
        <a:xfrm>
          <a:off x="4337156" y="795493"/>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27EDC4-D8DB-4D6B-AEB1-4FD3A03B4C17}">
      <dsp:nvSpPr>
        <dsp:cNvPr id="0" name=""/>
        <dsp:cNvSpPr/>
      </dsp:nvSpPr>
      <dsp:spPr>
        <a:xfrm>
          <a:off x="4564540" y="1022877"/>
          <a:ext cx="628012" cy="6280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72E485-C1BE-4971-A2E9-0A5014F7C575}">
      <dsp:nvSpPr>
        <dsp:cNvPr id="0" name=""/>
        <dsp:cNvSpPr/>
      </dsp:nvSpPr>
      <dsp:spPr>
        <a:xfrm>
          <a:off x="5651962" y="795493"/>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Montserrat" pitchFamily="2" charset="77"/>
            </a:rPr>
            <a:t>Enables trainer alignment and readiness</a:t>
          </a:r>
        </a:p>
      </dsp:txBody>
      <dsp:txXfrm>
        <a:off x="5651962" y="795493"/>
        <a:ext cx="2552269" cy="1082781"/>
      </dsp:txXfrm>
    </dsp:sp>
    <dsp:sp modelId="{B824A71A-40BF-434F-AC2F-D914243FC314}">
      <dsp:nvSpPr>
        <dsp:cNvPr id="0" name=""/>
        <dsp:cNvSpPr/>
      </dsp:nvSpPr>
      <dsp:spPr>
        <a:xfrm>
          <a:off x="25368" y="2647688"/>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302D04-101A-4891-80B5-19B82021FBB0}">
      <dsp:nvSpPr>
        <dsp:cNvPr id="0" name=""/>
        <dsp:cNvSpPr/>
      </dsp:nvSpPr>
      <dsp:spPr>
        <a:xfrm>
          <a:off x="252752" y="2875072"/>
          <a:ext cx="628012" cy="6280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ECF58D-D8A9-4F02-AA33-C2221BAC7232}">
      <dsp:nvSpPr>
        <dsp:cNvPr id="0" name=""/>
        <dsp:cNvSpPr/>
      </dsp:nvSpPr>
      <dsp:spPr>
        <a:xfrm>
          <a:off x="1340173" y="2647688"/>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Montserrat" pitchFamily="2" charset="77"/>
            </a:rPr>
            <a:t>Followed by AI-simulations and skill validation</a:t>
          </a:r>
        </a:p>
      </dsp:txBody>
      <dsp:txXfrm>
        <a:off x="1340173" y="2647688"/>
        <a:ext cx="2552269" cy="1082781"/>
      </dsp:txXfrm>
    </dsp:sp>
    <dsp:sp modelId="{7DFBF57D-99CB-41AE-80C9-EE3F4B8813DB}">
      <dsp:nvSpPr>
        <dsp:cNvPr id="0" name=""/>
        <dsp:cNvSpPr/>
      </dsp:nvSpPr>
      <dsp:spPr>
        <a:xfrm>
          <a:off x="4337156" y="2647688"/>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0D8069-EED6-436C-8010-F6DC72A6F898}">
      <dsp:nvSpPr>
        <dsp:cNvPr id="0" name=""/>
        <dsp:cNvSpPr/>
      </dsp:nvSpPr>
      <dsp:spPr>
        <a:xfrm>
          <a:off x="4564540" y="2875072"/>
          <a:ext cx="628012" cy="6280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9A0339-5CE5-4070-8927-26E07B89DA22}">
      <dsp:nvSpPr>
        <dsp:cNvPr id="0" name=""/>
        <dsp:cNvSpPr/>
      </dsp:nvSpPr>
      <dsp:spPr>
        <a:xfrm>
          <a:off x="5651962" y="2647688"/>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Montserrat" pitchFamily="2" charset="77"/>
            </a:rPr>
            <a:t>Updated as the digital experience evolves</a:t>
          </a:r>
        </a:p>
      </dsp:txBody>
      <dsp:txXfrm>
        <a:off x="5651962" y="2647688"/>
        <a:ext cx="2552269" cy="108278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2089F2-A0A4-3A43-AF07-0B7549DC4814}" type="datetimeFigureOut">
              <a:rPr lang="en-DE" smtClean="0"/>
              <a:t>01/23/2026</a:t>
            </a:fld>
            <a:endParaRPr lang="en-D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8B9486-B865-6B4C-B835-B671BC66F7FA}" type="slidenum">
              <a:rPr lang="en-DE" smtClean="0"/>
              <a:t>‹#›</a:t>
            </a:fld>
            <a:endParaRPr lang="en-DE"/>
          </a:p>
        </p:txBody>
      </p:sp>
    </p:spTree>
    <p:extLst>
      <p:ext uri="{BB962C8B-B14F-4D97-AF65-F5344CB8AC3E}">
        <p14:creationId xmlns:p14="http://schemas.microsoft.com/office/powerpoint/2010/main" val="3237475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sz="1200" dirty="0">
                <a:solidFill>
                  <a:schemeClr val="tx2"/>
                </a:solidFill>
                <a:latin typeface="Montserrat" pitchFamily="2" charset="77"/>
              </a:rPr>
              <a:t>Purpose: Align stakeholders on the why, what, how, and enablement strategy supporting the new customer app launch.</a:t>
            </a:r>
          </a:p>
          <a:p>
            <a:endParaRPr lang="en-GB" sz="1200" dirty="0">
              <a:solidFill>
                <a:schemeClr val="tx2"/>
              </a:solidFill>
              <a:latin typeface="Montserrat" pitchFamily="2" charset="77"/>
            </a:endParaRPr>
          </a:p>
          <a:p>
            <a:r>
              <a:rPr lang="en-GB" sz="1200" b="1" dirty="0">
                <a:solidFill>
                  <a:schemeClr val="tx2"/>
                </a:solidFill>
                <a:latin typeface="Montserrat" pitchFamily="2" charset="77"/>
              </a:rPr>
              <a:t>Talk track:</a:t>
            </a:r>
          </a:p>
          <a:p>
            <a:pPr marL="0" indent="0">
              <a:buNone/>
            </a:pPr>
            <a:r>
              <a:rPr lang="en-GB" sz="1200" dirty="0">
                <a:solidFill>
                  <a:schemeClr val="tx2"/>
                </a:solidFill>
                <a:latin typeface="Montserrat" pitchFamily="2" charset="77"/>
              </a:rPr>
              <a:t>This briefing is the first step in a three-part enablement journey: understand, practice, validate.</a:t>
            </a:r>
          </a:p>
          <a:p>
            <a:pPr marL="0" indent="0">
              <a:buNone/>
            </a:pPr>
            <a:r>
              <a:rPr lang="en-GB" sz="1200" dirty="0">
                <a:solidFill>
                  <a:schemeClr val="tx2"/>
                </a:solidFill>
                <a:latin typeface="Montserrat" pitchFamily="2" charset="77"/>
              </a:rPr>
              <a:t>It’s designed to </a:t>
            </a:r>
            <a:r>
              <a:rPr lang="en-GB" dirty="0"/>
              <a:t>prepare you, as trainers, to support a new digital customer experience. It’s not a feature walkthrough - it’s about ensuring frontline teams are ready to guide customers confidently through change.</a:t>
            </a:r>
            <a:endParaRPr lang="en-GB" sz="1200" dirty="0">
              <a:solidFill>
                <a:schemeClr val="tx2"/>
              </a:solidFill>
              <a:latin typeface="Montserrat" pitchFamily="2" charset="77"/>
            </a:endParaRPr>
          </a:p>
          <a:p>
            <a:endParaRPr lang="en-DE" dirty="0"/>
          </a:p>
          <a:p>
            <a:r>
              <a:rPr lang="en-GB" b="1" dirty="0"/>
              <a:t>Presenter Notes </a:t>
            </a:r>
            <a:endParaRPr lang="en-DE" dirty="0"/>
          </a:p>
          <a:p>
            <a:r>
              <a:rPr lang="en-GB" u="sng" dirty="0"/>
              <a:t>Who this is for: </a:t>
            </a:r>
            <a:r>
              <a:rPr lang="en-GB" dirty="0"/>
              <a:t>trainers, not frontline</a:t>
            </a:r>
          </a:p>
          <a:p>
            <a:r>
              <a:rPr lang="en-GB" u="sng" dirty="0"/>
              <a:t>What this is </a:t>
            </a:r>
            <a:r>
              <a:rPr lang="en-GB" i="1" u="sng" dirty="0"/>
              <a:t>not:</a:t>
            </a:r>
            <a:r>
              <a:rPr lang="en-GB" u="sng" dirty="0"/>
              <a:t> </a:t>
            </a:r>
            <a:r>
              <a:rPr lang="en-GB" dirty="0"/>
              <a:t>not a feature demo</a:t>
            </a:r>
          </a:p>
          <a:p>
            <a:r>
              <a:rPr lang="en-GB" u="sng" dirty="0"/>
              <a:t>Why this matters now: </a:t>
            </a:r>
            <a:r>
              <a:rPr lang="en-GB" dirty="0"/>
              <a:t>digital exp airmarked to launch next quarter</a:t>
            </a:r>
          </a:p>
          <a:p>
            <a:endParaRPr lang="en-DE" dirty="0"/>
          </a:p>
        </p:txBody>
      </p:sp>
      <p:sp>
        <p:nvSpPr>
          <p:cNvPr id="4" name="Slide Number Placeholder 3"/>
          <p:cNvSpPr>
            <a:spLocks noGrp="1"/>
          </p:cNvSpPr>
          <p:nvPr>
            <p:ph type="sldNum" sz="quarter" idx="5"/>
          </p:nvPr>
        </p:nvSpPr>
        <p:spPr/>
        <p:txBody>
          <a:bodyPr/>
          <a:lstStyle/>
          <a:p>
            <a:fld id="{A08B9486-B865-6B4C-B835-B671BC66F7FA}" type="slidenum">
              <a:rPr lang="en-DE" smtClean="0"/>
              <a:t>1</a:t>
            </a:fld>
            <a:endParaRPr lang="en-DE"/>
          </a:p>
        </p:txBody>
      </p:sp>
    </p:spTree>
    <p:extLst>
      <p:ext uri="{BB962C8B-B14F-4D97-AF65-F5344CB8AC3E}">
        <p14:creationId xmlns:p14="http://schemas.microsoft.com/office/powerpoint/2010/main" val="2383512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We’ve learned from past launches that the biggest risk isn’t the technology - it’s what happens when customers ask questions before we’re ready, escalations rise &amp; confidence drops/</a:t>
            </a:r>
          </a:p>
          <a:p>
            <a:r>
              <a:rPr lang="en-GB" dirty="0"/>
              <a:t>This initiative is about preventing that before customers feel it.</a:t>
            </a:r>
          </a:p>
          <a:p>
            <a:endParaRPr lang="en-GB" dirty="0"/>
          </a:p>
          <a:p>
            <a:r>
              <a:rPr lang="en-GB" b="1" dirty="0"/>
              <a:t>Talk track</a:t>
            </a:r>
          </a:p>
          <a:p>
            <a:r>
              <a:rPr lang="en-GB" dirty="0"/>
              <a:t>We’re launching a new digital experience that will raise questions for customers. When that happens, they turn to frontline teams. Our goal is to ensure those teams feel confident because customer trust is built in those moments</a:t>
            </a:r>
          </a:p>
          <a:p>
            <a:endParaRPr lang="en-GB" dirty="0"/>
          </a:p>
          <a:p>
            <a:r>
              <a:rPr lang="en-GB" b="1" dirty="0"/>
              <a:t>Emphasize:</a:t>
            </a:r>
          </a:p>
          <a:p>
            <a:pPr marL="171450" indent="-171450">
              <a:buFontTx/>
              <a:buChar char="-"/>
            </a:pPr>
            <a:r>
              <a:rPr lang="en-GB" dirty="0"/>
              <a:t>Proactive, not reactive framing</a:t>
            </a:r>
          </a:p>
          <a:p>
            <a:pPr marL="171450" indent="-171450">
              <a:buFontTx/>
              <a:buChar char="-"/>
            </a:pPr>
            <a:r>
              <a:rPr lang="en-GB" dirty="0"/>
              <a:t>Customer reassurance as a core goal</a:t>
            </a:r>
          </a:p>
          <a:p>
            <a:pPr marL="171450" indent="-171450">
              <a:buFontTx/>
              <a:buChar char="-"/>
            </a:pPr>
            <a:r>
              <a:rPr lang="en-GB" dirty="0"/>
              <a:t>Avoid operational detail</a:t>
            </a:r>
          </a:p>
          <a:p>
            <a:endParaRPr lang="en-DE" dirty="0"/>
          </a:p>
        </p:txBody>
      </p:sp>
      <p:sp>
        <p:nvSpPr>
          <p:cNvPr id="4" name="Slide Number Placeholder 3"/>
          <p:cNvSpPr>
            <a:spLocks noGrp="1"/>
          </p:cNvSpPr>
          <p:nvPr>
            <p:ph type="sldNum" sz="quarter" idx="5"/>
          </p:nvPr>
        </p:nvSpPr>
        <p:spPr/>
        <p:txBody>
          <a:bodyPr/>
          <a:lstStyle/>
          <a:p>
            <a:fld id="{A08B9486-B865-6B4C-B835-B671BC66F7FA}" type="slidenum">
              <a:rPr lang="en-DE" smtClean="0"/>
              <a:t>2</a:t>
            </a:fld>
            <a:endParaRPr lang="en-DE"/>
          </a:p>
        </p:txBody>
      </p:sp>
    </p:spTree>
    <p:extLst>
      <p:ext uri="{BB962C8B-B14F-4D97-AF65-F5344CB8AC3E}">
        <p14:creationId xmlns:p14="http://schemas.microsoft.com/office/powerpoint/2010/main" val="1245993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1F497D"/>
                </a:solidFill>
                <a:latin typeface="Montserrat" pitchFamily="2" charset="77"/>
              </a:rPr>
              <a:t>This is a readiness and enablement gap,</a:t>
            </a:r>
            <a:r>
              <a:rPr lang="en-GB" sz="1200" b="1" dirty="0">
                <a:solidFill>
                  <a:srgbClr val="1F497D"/>
                </a:solidFill>
                <a:latin typeface="Montserrat" pitchFamily="2" charset="77"/>
              </a:rPr>
              <a:t> not </a:t>
            </a:r>
            <a:r>
              <a:rPr lang="en-GB" sz="1200" dirty="0">
                <a:solidFill>
                  <a:srgbClr val="1F497D"/>
                </a:solidFill>
                <a:latin typeface="Montserrat" pitchFamily="2" charset="77"/>
              </a:rPr>
              <a:t>a performance issue.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solidFill>
                <a:srgbClr val="1F497D"/>
              </a:solidFill>
              <a:latin typeface="Montserrat"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solidFill>
                  <a:srgbClr val="1F497D"/>
                </a:solidFill>
                <a:latin typeface="Montserrat" pitchFamily="2" charset="77"/>
              </a:rPr>
              <a:t>Talk track: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1F497D"/>
                </a:solidFill>
                <a:latin typeface="Montserrat" pitchFamily="2" charset="77"/>
              </a:rPr>
              <a:t>Teams are often unprepared for objections around confidence, capability, and trust. </a:t>
            </a:r>
            <a:r>
              <a:rPr lang="en-GB" dirty="0"/>
              <a:t>Traditional training doesn’t prepare teams for real conversations. Customers bring concerns and hesitation, and without practice, frontline teams are often learning in live situations</a:t>
            </a:r>
            <a:endParaRPr lang="en-GB" sz="1200" dirty="0">
              <a:solidFill>
                <a:srgbClr val="1F497D"/>
              </a:solidFill>
              <a:latin typeface="Montserrat" pitchFamily="2" charset="77"/>
            </a:endParaRPr>
          </a:p>
          <a:p>
            <a:endParaRPr lang="en-DE" dirty="0"/>
          </a:p>
          <a:p>
            <a:r>
              <a:rPr lang="en-GB" dirty="0"/>
              <a:t>- Validate frontline experience </a:t>
            </a:r>
            <a:br>
              <a:rPr lang="en-GB" dirty="0"/>
            </a:br>
            <a:r>
              <a:rPr lang="en-GB" dirty="0"/>
              <a:t>- Stress emotional pressure, not skill gaps </a:t>
            </a:r>
            <a:br>
              <a:rPr lang="en-GB" dirty="0"/>
            </a:br>
            <a:r>
              <a:rPr lang="en-GB" dirty="0"/>
              <a:t>- Do not jump ahead to solutions yet</a:t>
            </a:r>
            <a:endParaRPr lang="en-DE" dirty="0"/>
          </a:p>
        </p:txBody>
      </p:sp>
      <p:sp>
        <p:nvSpPr>
          <p:cNvPr id="4" name="Slide Number Placeholder 3"/>
          <p:cNvSpPr>
            <a:spLocks noGrp="1"/>
          </p:cNvSpPr>
          <p:nvPr>
            <p:ph type="sldNum" sz="quarter" idx="5"/>
          </p:nvPr>
        </p:nvSpPr>
        <p:spPr/>
        <p:txBody>
          <a:bodyPr/>
          <a:lstStyle/>
          <a:p>
            <a:fld id="{A08B9486-B865-6B4C-B835-B671BC66F7FA}" type="slidenum">
              <a:rPr lang="en-DE" smtClean="0"/>
              <a:t>3</a:t>
            </a:fld>
            <a:endParaRPr lang="en-DE"/>
          </a:p>
        </p:txBody>
      </p:sp>
    </p:spTree>
    <p:extLst>
      <p:ext uri="{BB962C8B-B14F-4D97-AF65-F5344CB8AC3E}">
        <p14:creationId xmlns:p14="http://schemas.microsoft.com/office/powerpoint/2010/main" val="3401410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launch changes how customers interact with us.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Based on past product rollouts, we have seen that some customers will adopt quickly, others may hesitate, both reactions are expected.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What matters is how well we support customers at their own pace.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r>
              <a:rPr lang="en-GB" b="1" dirty="0"/>
              <a:t>Presenter notes: </a:t>
            </a:r>
          </a:p>
          <a:p>
            <a:r>
              <a:rPr lang="en-GB" dirty="0"/>
              <a:t>- Normalize mixed customer reactions</a:t>
            </a:r>
          </a:p>
          <a:p>
            <a:r>
              <a:rPr lang="en-GB" dirty="0"/>
              <a:t>- Present adoption variability as expected, not problematic</a:t>
            </a:r>
          </a:p>
          <a:p>
            <a:r>
              <a:rPr lang="en-GB" dirty="0"/>
              <a:t>- Emphasize support quality over adoption speed</a:t>
            </a:r>
          </a:p>
        </p:txBody>
      </p:sp>
      <p:sp>
        <p:nvSpPr>
          <p:cNvPr id="4" name="Slide Number Placeholder 3"/>
          <p:cNvSpPr>
            <a:spLocks noGrp="1"/>
          </p:cNvSpPr>
          <p:nvPr>
            <p:ph type="sldNum" sz="quarter" idx="5"/>
          </p:nvPr>
        </p:nvSpPr>
        <p:spPr/>
        <p:txBody>
          <a:bodyPr/>
          <a:lstStyle/>
          <a:p>
            <a:fld id="{A08B9486-B865-6B4C-B835-B671BC66F7FA}" type="slidenum">
              <a:rPr lang="en-DE" smtClean="0"/>
              <a:t>4</a:t>
            </a:fld>
            <a:endParaRPr lang="en-DE"/>
          </a:p>
        </p:txBody>
      </p:sp>
    </p:spTree>
    <p:extLst>
      <p:ext uri="{BB962C8B-B14F-4D97-AF65-F5344CB8AC3E}">
        <p14:creationId xmlns:p14="http://schemas.microsoft.com/office/powerpoint/2010/main" val="1774650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Instead of relying on passive training, we’re focusing on practice. Teams will rehearse real customer conversations using the same materials they’ll rely on after launch - in a safe environment.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Presenter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Contrast practice vs theory </a:t>
            </a:r>
            <a:br>
              <a:rPr lang="en-GB" dirty="0"/>
            </a:br>
            <a:r>
              <a:rPr lang="en-GB" dirty="0"/>
              <a:t>- Emphasize </a:t>
            </a:r>
            <a:r>
              <a:rPr lang="en-GB" i="1" dirty="0"/>
              <a:t>safe failure (CAISY’s_</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DE" dirty="0"/>
          </a:p>
        </p:txBody>
      </p:sp>
      <p:sp>
        <p:nvSpPr>
          <p:cNvPr id="4" name="Slide Number Placeholder 3"/>
          <p:cNvSpPr>
            <a:spLocks noGrp="1"/>
          </p:cNvSpPr>
          <p:nvPr>
            <p:ph type="sldNum" sz="quarter" idx="5"/>
          </p:nvPr>
        </p:nvSpPr>
        <p:spPr/>
        <p:txBody>
          <a:bodyPr/>
          <a:lstStyle/>
          <a:p>
            <a:fld id="{A08B9486-B865-6B4C-B835-B671BC66F7FA}" type="slidenum">
              <a:rPr lang="en-DE" smtClean="0"/>
              <a:t>5</a:t>
            </a:fld>
            <a:endParaRPr lang="en-DE"/>
          </a:p>
        </p:txBody>
      </p:sp>
    </p:spTree>
    <p:extLst>
      <p:ext uri="{BB962C8B-B14F-4D97-AF65-F5344CB8AC3E}">
        <p14:creationId xmlns:p14="http://schemas.microsoft.com/office/powerpoint/2010/main" val="1090165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Talk Track</a:t>
            </a:r>
          </a:p>
          <a:p>
            <a:r>
              <a:rPr lang="en-GB" dirty="0"/>
              <a:t>T</a:t>
            </a:r>
            <a:r>
              <a:rPr lang="en-DE" dirty="0"/>
              <a:t>he aim is </a:t>
            </a:r>
            <a:r>
              <a:rPr lang="en-GB" dirty="0"/>
              <a:t>to create confident guides, your role as trainers is to help frontline teams know when to encourage digital use, when to reassure customers, and when to redirect to other support options.</a:t>
            </a:r>
          </a:p>
          <a:p>
            <a:endParaRPr lang="en-GB" dirty="0"/>
          </a:p>
          <a:p>
            <a:r>
              <a:rPr lang="en-GB" b="1" dirty="0"/>
              <a:t>Presenter Notes</a:t>
            </a:r>
            <a:endParaRPr lang="en-GB" dirty="0"/>
          </a:p>
          <a:p>
            <a:r>
              <a:rPr lang="en-GB" dirty="0"/>
              <a:t>- Trainer accountability is key here </a:t>
            </a:r>
            <a:br>
              <a:rPr lang="en-GB" dirty="0"/>
            </a:br>
            <a:r>
              <a:rPr lang="en-GB" dirty="0"/>
              <a:t>- Avoid framing benchmarks as punitive </a:t>
            </a:r>
            <a:endParaRPr lang="en-DE" dirty="0"/>
          </a:p>
        </p:txBody>
      </p:sp>
      <p:sp>
        <p:nvSpPr>
          <p:cNvPr id="4" name="Slide Number Placeholder 3"/>
          <p:cNvSpPr>
            <a:spLocks noGrp="1"/>
          </p:cNvSpPr>
          <p:nvPr>
            <p:ph type="sldNum" sz="quarter" idx="5"/>
          </p:nvPr>
        </p:nvSpPr>
        <p:spPr/>
        <p:txBody>
          <a:bodyPr/>
          <a:lstStyle/>
          <a:p>
            <a:fld id="{A08B9486-B865-6B4C-B835-B671BC66F7FA}" type="slidenum">
              <a:rPr lang="en-DE" smtClean="0"/>
              <a:t>6</a:t>
            </a:fld>
            <a:endParaRPr lang="en-DE"/>
          </a:p>
        </p:txBody>
      </p:sp>
    </p:spTree>
    <p:extLst>
      <p:ext uri="{BB962C8B-B14F-4D97-AF65-F5344CB8AC3E}">
        <p14:creationId xmlns:p14="http://schemas.microsoft.com/office/powerpoint/2010/main" val="3106364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Talk track:</a:t>
            </a:r>
          </a:p>
          <a:p>
            <a:r>
              <a:rPr lang="en-GB" dirty="0"/>
              <a:t>We’re aiming for operational impact - faster readiness, fewer escalations, and more consistent conversations.</a:t>
            </a:r>
            <a:br>
              <a:rPr lang="en-GB" dirty="0"/>
            </a:br>
            <a:r>
              <a:rPr lang="en-GB" dirty="0"/>
              <a:t>To understand how we’re doing, we’ll use a combination of skill benchmarks, simulation insights, and early support trends.</a:t>
            </a:r>
          </a:p>
          <a:p>
            <a:endParaRPr lang="en-GB" dirty="0"/>
          </a:p>
          <a:p>
            <a:r>
              <a:rPr lang="en-DE" b="1" dirty="0"/>
              <a:t>Presenter notes:</a:t>
            </a:r>
          </a:p>
          <a:p>
            <a:r>
              <a:rPr lang="en-GB" dirty="0"/>
              <a:t>- Emphasize trends over individual scores</a:t>
            </a:r>
          </a:p>
          <a:p>
            <a:r>
              <a:rPr lang="en-GB" dirty="0"/>
              <a:t>- Frame measurement as feedback, not evaluation</a:t>
            </a:r>
          </a:p>
          <a:p>
            <a:r>
              <a:rPr lang="en-GB" dirty="0"/>
              <a:t>- Avoid language that suggests pass/fail outcomes</a:t>
            </a:r>
          </a:p>
          <a:p>
            <a:endParaRPr lang="en-DE" dirty="0"/>
          </a:p>
        </p:txBody>
      </p:sp>
      <p:sp>
        <p:nvSpPr>
          <p:cNvPr id="4" name="Slide Number Placeholder 3"/>
          <p:cNvSpPr>
            <a:spLocks noGrp="1"/>
          </p:cNvSpPr>
          <p:nvPr>
            <p:ph type="sldNum" sz="quarter" idx="5"/>
          </p:nvPr>
        </p:nvSpPr>
        <p:spPr/>
        <p:txBody>
          <a:bodyPr/>
          <a:lstStyle/>
          <a:p>
            <a:fld id="{A08B9486-B865-6B4C-B835-B671BC66F7FA}" type="slidenum">
              <a:rPr lang="en-DE" smtClean="0"/>
              <a:t>7</a:t>
            </a:fld>
            <a:endParaRPr lang="en-DE"/>
          </a:p>
        </p:txBody>
      </p:sp>
    </p:spTree>
    <p:extLst>
      <p:ext uri="{BB962C8B-B14F-4D97-AF65-F5344CB8AC3E}">
        <p14:creationId xmlns:p14="http://schemas.microsoft.com/office/powerpoint/2010/main" val="1104865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Talk track:</a:t>
            </a:r>
          </a:p>
          <a:p>
            <a:r>
              <a:rPr lang="en-GB" dirty="0"/>
              <a:t>This briefing is the foundation. What follows — simulations, benchmarks, and ongoing updates - is where confidence is built and maintained over time</a:t>
            </a:r>
          </a:p>
          <a:p>
            <a:endParaRPr lang="en-GB" dirty="0"/>
          </a:p>
          <a:p>
            <a:r>
              <a:rPr lang="en-GB" b="1" dirty="0"/>
              <a:t>Presenter Notes</a:t>
            </a:r>
            <a:endParaRPr lang="en-GB" dirty="0"/>
          </a:p>
          <a:p>
            <a:r>
              <a:rPr lang="en-GB" dirty="0"/>
              <a:t>- Reinforce continuity </a:t>
            </a:r>
            <a:br>
              <a:rPr lang="en-GB" dirty="0"/>
            </a:br>
            <a:r>
              <a:rPr lang="en-GB" dirty="0"/>
              <a:t>- Position this as living enablement </a:t>
            </a:r>
            <a:endParaRPr lang="en-DE" dirty="0"/>
          </a:p>
        </p:txBody>
      </p:sp>
      <p:sp>
        <p:nvSpPr>
          <p:cNvPr id="4" name="Slide Number Placeholder 3"/>
          <p:cNvSpPr>
            <a:spLocks noGrp="1"/>
          </p:cNvSpPr>
          <p:nvPr>
            <p:ph type="sldNum" sz="quarter" idx="5"/>
          </p:nvPr>
        </p:nvSpPr>
        <p:spPr/>
        <p:txBody>
          <a:bodyPr/>
          <a:lstStyle/>
          <a:p>
            <a:fld id="{A08B9486-B865-6B4C-B835-B671BC66F7FA}" type="slidenum">
              <a:rPr lang="en-DE" smtClean="0"/>
              <a:t>8</a:t>
            </a:fld>
            <a:endParaRPr lang="en-DE"/>
          </a:p>
        </p:txBody>
      </p:sp>
    </p:spTree>
    <p:extLst>
      <p:ext uri="{BB962C8B-B14F-4D97-AF65-F5344CB8AC3E}">
        <p14:creationId xmlns:p14="http://schemas.microsoft.com/office/powerpoint/2010/main" val="3835822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9141714" cy="3490956"/>
            <a:chOff x="651279" y="598259"/>
            <a:chExt cx="10889442" cy="5680742"/>
          </a:xfrm>
        </p:grpSpPr>
        <p:sp>
          <p:nvSpPr>
            <p:cNvPr id="15"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19" name="Freeform: Shape 1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122245" y="943097"/>
            <a:ext cx="6498285" cy="1377295"/>
          </a:xfrm>
        </p:spPr>
        <p:txBody>
          <a:bodyPr anchor="b">
            <a:normAutofit/>
          </a:bodyPr>
          <a:lstStyle/>
          <a:p>
            <a:pPr algn="l">
              <a:lnSpc>
                <a:spcPct val="90000"/>
              </a:lnSpc>
            </a:pPr>
            <a:r>
              <a:rPr lang="en-GB" sz="3300" b="1" dirty="0">
                <a:solidFill>
                  <a:schemeClr val="bg1"/>
                </a:solidFill>
                <a:latin typeface="Montserrat" pitchFamily="2" charset="77"/>
              </a:rPr>
              <a:t>The Digital Customer Experience Launch</a:t>
            </a:r>
            <a:endParaRPr lang="en-GB" sz="3300" dirty="0">
              <a:solidFill>
                <a:srgbClr val="1F497D"/>
              </a:solidFill>
              <a:latin typeface="Montserrat" pitchFamily="2" charset="77"/>
            </a:endParaRPr>
          </a:p>
        </p:txBody>
      </p:sp>
      <p:pic>
        <p:nvPicPr>
          <p:cNvPr id="7" name="Picture 6" descr="A screenshot of a mobile phone&#10;&#10;AI-generated content may be incorrect.">
            <a:extLst>
              <a:ext uri="{FF2B5EF4-FFF2-40B4-BE49-F238E27FC236}">
                <a16:creationId xmlns:a16="http://schemas.microsoft.com/office/drawing/2014/main" id="{673777E6-0A1E-BBBA-7BB1-8341382AE620}"/>
              </a:ext>
            </a:extLst>
          </p:cNvPr>
          <p:cNvPicPr>
            <a:picLocks noChangeAspect="1"/>
          </p:cNvPicPr>
          <p:nvPr/>
        </p:nvPicPr>
        <p:blipFill>
          <a:blip r:embed="rId3"/>
          <a:stretch>
            <a:fillRect/>
          </a:stretch>
        </p:blipFill>
        <p:spPr>
          <a:xfrm>
            <a:off x="5029777" y="12929"/>
            <a:ext cx="4111934" cy="3503885"/>
          </a:xfrm>
          <a:prstGeom prst="rect">
            <a:avLst/>
          </a:prstGeom>
        </p:spPr>
      </p:pic>
      <p:sp>
        <p:nvSpPr>
          <p:cNvPr id="8" name="Title 1">
            <a:extLst>
              <a:ext uri="{FF2B5EF4-FFF2-40B4-BE49-F238E27FC236}">
                <a16:creationId xmlns:a16="http://schemas.microsoft.com/office/drawing/2014/main" id="{A0370130-95F7-DE23-8EA6-954CBE6F18F8}"/>
              </a:ext>
            </a:extLst>
          </p:cNvPr>
          <p:cNvSpPr txBox="1">
            <a:spLocks/>
          </p:cNvSpPr>
          <p:nvPr/>
        </p:nvSpPr>
        <p:spPr>
          <a:xfrm>
            <a:off x="122245" y="3618653"/>
            <a:ext cx="7607300" cy="643701"/>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r>
              <a:rPr lang="en-GB" sz="2500" dirty="0">
                <a:solidFill>
                  <a:srgbClr val="1F497D"/>
                </a:solidFill>
                <a:latin typeface="Montserrat" pitchFamily="2" charset="77"/>
              </a:rPr>
              <a:t>Train the Trainer – Internal Briefing</a:t>
            </a:r>
          </a:p>
        </p:txBody>
      </p:sp>
      <p:pic>
        <p:nvPicPr>
          <p:cNvPr id="9" name="Picture 8" descr="A green and black logo&#10;&#10;AI-generated content may be incorrect.">
            <a:extLst>
              <a:ext uri="{FF2B5EF4-FFF2-40B4-BE49-F238E27FC236}">
                <a16:creationId xmlns:a16="http://schemas.microsoft.com/office/drawing/2014/main" id="{DC987D92-48C3-2D44-ACBE-8C1572A8E842}"/>
              </a:ext>
            </a:extLst>
          </p:cNvPr>
          <p:cNvPicPr>
            <a:picLocks noChangeAspect="1"/>
          </p:cNvPicPr>
          <p:nvPr/>
        </p:nvPicPr>
        <p:blipFill>
          <a:blip r:embed="rId4"/>
          <a:stretch>
            <a:fillRect/>
          </a:stretch>
        </p:blipFill>
        <p:spPr>
          <a:xfrm>
            <a:off x="-72806" y="6275584"/>
            <a:ext cx="1331237" cy="5824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CE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rgbClr val="1F497D"/>
                </a:solidFill>
                <a:latin typeface="Montserrat" pitchFamily="2" charset="77"/>
              </a:rPr>
              <a:t>Why We’re Doing This</a:t>
            </a:r>
          </a:p>
        </p:txBody>
      </p:sp>
      <p:graphicFrame>
        <p:nvGraphicFramePr>
          <p:cNvPr id="8" name="Content Placeholder 2">
            <a:extLst>
              <a:ext uri="{FF2B5EF4-FFF2-40B4-BE49-F238E27FC236}">
                <a16:creationId xmlns:a16="http://schemas.microsoft.com/office/drawing/2014/main" id="{EF0444F3-CB00-B028-7A58-ADF1B7A34EAC}"/>
              </a:ext>
            </a:extLst>
          </p:cNvPr>
          <p:cNvGraphicFramePr>
            <a:graphicFrameLocks noGrp="1"/>
          </p:cNvGraphicFramePr>
          <p:nvPr>
            <p:ph idx="1"/>
            <p:extLst>
              <p:ext uri="{D42A27DB-BD31-4B8C-83A1-F6EECF244321}">
                <p14:modId xmlns:p14="http://schemas.microsoft.com/office/powerpoint/2010/main" val="1299574331"/>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descr="A green and black logo&#10;&#10;AI-generated content may be incorrect.">
            <a:extLst>
              <a:ext uri="{FF2B5EF4-FFF2-40B4-BE49-F238E27FC236}">
                <a16:creationId xmlns:a16="http://schemas.microsoft.com/office/drawing/2014/main" id="{238BF9A0-625E-C5E6-8FC4-929EA66283E0}"/>
              </a:ext>
            </a:extLst>
          </p:cNvPr>
          <p:cNvPicPr>
            <a:picLocks noChangeAspect="1"/>
          </p:cNvPicPr>
          <p:nvPr/>
        </p:nvPicPr>
        <p:blipFill>
          <a:blip r:embed="rId8"/>
          <a:stretch>
            <a:fillRect/>
          </a:stretch>
        </p:blipFill>
        <p:spPr>
          <a:xfrm>
            <a:off x="-72806" y="6275584"/>
            <a:ext cx="1331237" cy="5824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CE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rgbClr val="1F497D"/>
                </a:solidFill>
                <a:latin typeface="Montserrat" pitchFamily="2" charset="77"/>
              </a:rPr>
              <a:t>The Problem</a:t>
            </a:r>
            <a:r>
              <a:rPr lang="en-US" sz="2000" b="1" dirty="0">
                <a:solidFill>
                  <a:srgbClr val="1F497D"/>
                </a:solidFill>
                <a:latin typeface="Montserrat" pitchFamily="2" charset="77"/>
              </a:rPr>
              <a:t>s</a:t>
            </a:r>
            <a:r>
              <a:rPr sz="2000" b="1" dirty="0">
                <a:solidFill>
                  <a:srgbClr val="1F497D"/>
                </a:solidFill>
                <a:latin typeface="Montserrat" pitchFamily="2" charset="77"/>
              </a:rPr>
              <a:t> We’re Solving</a:t>
            </a:r>
          </a:p>
        </p:txBody>
      </p:sp>
      <p:graphicFrame>
        <p:nvGraphicFramePr>
          <p:cNvPr id="6" name="Content Placeholder 2">
            <a:extLst>
              <a:ext uri="{FF2B5EF4-FFF2-40B4-BE49-F238E27FC236}">
                <a16:creationId xmlns:a16="http://schemas.microsoft.com/office/drawing/2014/main" id="{1304DEA3-D34D-ACD8-84D5-A0A13EB3F4C7}"/>
              </a:ext>
            </a:extLst>
          </p:cNvPr>
          <p:cNvGraphicFramePr>
            <a:graphicFrameLocks noGrp="1"/>
          </p:cNvGraphicFramePr>
          <p:nvPr>
            <p:ph idx="1"/>
            <p:extLst>
              <p:ext uri="{D42A27DB-BD31-4B8C-83A1-F6EECF244321}">
                <p14:modId xmlns:p14="http://schemas.microsoft.com/office/powerpoint/2010/main" val="202449873"/>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green and black logo&#10;&#10;AI-generated content may be incorrect.">
            <a:extLst>
              <a:ext uri="{FF2B5EF4-FFF2-40B4-BE49-F238E27FC236}">
                <a16:creationId xmlns:a16="http://schemas.microsoft.com/office/drawing/2014/main" id="{7E07A06E-5DF6-D507-6A06-2376DA0B3180}"/>
              </a:ext>
            </a:extLst>
          </p:cNvPr>
          <p:cNvPicPr>
            <a:picLocks noChangeAspect="1"/>
          </p:cNvPicPr>
          <p:nvPr/>
        </p:nvPicPr>
        <p:blipFill>
          <a:blip r:embed="rId8"/>
          <a:stretch>
            <a:fillRect/>
          </a:stretch>
        </p:blipFill>
        <p:spPr>
          <a:xfrm>
            <a:off x="-72806" y="6275584"/>
            <a:ext cx="1331237" cy="5824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CE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rgbClr val="1F497D"/>
                </a:solidFill>
                <a:latin typeface="Montserrat" pitchFamily="2" charset="77"/>
              </a:rPr>
              <a:t>What We’re Launching</a:t>
            </a:r>
          </a:p>
        </p:txBody>
      </p:sp>
      <p:graphicFrame>
        <p:nvGraphicFramePr>
          <p:cNvPr id="6" name="Content Placeholder 2">
            <a:extLst>
              <a:ext uri="{FF2B5EF4-FFF2-40B4-BE49-F238E27FC236}">
                <a16:creationId xmlns:a16="http://schemas.microsoft.com/office/drawing/2014/main" id="{43FEF205-EDC0-B818-E161-6DD36959FDE1}"/>
              </a:ext>
            </a:extLst>
          </p:cNvPr>
          <p:cNvGraphicFramePr>
            <a:graphicFrameLocks noGrp="1"/>
          </p:cNvGraphicFramePr>
          <p:nvPr>
            <p:ph idx="1"/>
            <p:extLst>
              <p:ext uri="{D42A27DB-BD31-4B8C-83A1-F6EECF244321}">
                <p14:modId xmlns:p14="http://schemas.microsoft.com/office/powerpoint/2010/main" val="1606802641"/>
              </p:ext>
            </p:extLst>
          </p:nvPr>
        </p:nvGraphicFramePr>
        <p:xfrm>
          <a:off x="457200" y="1417638"/>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green and black logo&#10;&#10;AI-generated content may be incorrect.">
            <a:extLst>
              <a:ext uri="{FF2B5EF4-FFF2-40B4-BE49-F238E27FC236}">
                <a16:creationId xmlns:a16="http://schemas.microsoft.com/office/drawing/2014/main" id="{72B40050-7D9F-5473-FD20-9F2307BDFE9A}"/>
              </a:ext>
            </a:extLst>
          </p:cNvPr>
          <p:cNvPicPr>
            <a:picLocks noChangeAspect="1"/>
          </p:cNvPicPr>
          <p:nvPr/>
        </p:nvPicPr>
        <p:blipFill>
          <a:blip r:embed="rId8"/>
          <a:stretch>
            <a:fillRect/>
          </a:stretch>
        </p:blipFill>
        <p:spPr>
          <a:xfrm>
            <a:off x="-72806" y="6275584"/>
            <a:ext cx="1331237" cy="5824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CE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rgbClr val="1F497D"/>
                </a:solidFill>
                <a:latin typeface="Montserrat" pitchFamily="2" charset="77"/>
              </a:rPr>
              <a:t>How We’re Solving It</a:t>
            </a:r>
          </a:p>
        </p:txBody>
      </p:sp>
      <p:graphicFrame>
        <p:nvGraphicFramePr>
          <p:cNvPr id="6" name="Content Placeholder 2">
            <a:extLst>
              <a:ext uri="{FF2B5EF4-FFF2-40B4-BE49-F238E27FC236}">
                <a16:creationId xmlns:a16="http://schemas.microsoft.com/office/drawing/2014/main" id="{454CDA87-EEEB-A533-FD64-BC7A43AE0CC9}"/>
              </a:ext>
            </a:extLst>
          </p:cNvPr>
          <p:cNvGraphicFramePr>
            <a:graphicFrameLocks noGrp="1"/>
          </p:cNvGraphicFramePr>
          <p:nvPr>
            <p:ph idx="1"/>
            <p:extLst>
              <p:ext uri="{D42A27DB-BD31-4B8C-83A1-F6EECF244321}">
                <p14:modId xmlns:p14="http://schemas.microsoft.com/office/powerpoint/2010/main" val="2449197435"/>
              </p:ext>
            </p:extLst>
          </p:nvPr>
        </p:nvGraphicFramePr>
        <p:xfrm>
          <a:off x="457200" y="1166018"/>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green and black logo&#10;&#10;AI-generated content may be incorrect.">
            <a:extLst>
              <a:ext uri="{FF2B5EF4-FFF2-40B4-BE49-F238E27FC236}">
                <a16:creationId xmlns:a16="http://schemas.microsoft.com/office/drawing/2014/main" id="{FBFD3B3A-A961-7F26-6339-F6181B337038}"/>
              </a:ext>
            </a:extLst>
          </p:cNvPr>
          <p:cNvPicPr>
            <a:picLocks noChangeAspect="1"/>
          </p:cNvPicPr>
          <p:nvPr/>
        </p:nvPicPr>
        <p:blipFill>
          <a:blip r:embed="rId8"/>
          <a:stretch>
            <a:fillRect/>
          </a:stretch>
        </p:blipFill>
        <p:spPr>
          <a:xfrm>
            <a:off x="-72806" y="6275584"/>
            <a:ext cx="1331237" cy="5824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CE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rgbClr val="1F497D"/>
                </a:solidFill>
                <a:latin typeface="Montserrat" pitchFamily="2" charset="77"/>
              </a:rPr>
              <a:t>Frontline Enablement Plan</a:t>
            </a:r>
          </a:p>
        </p:txBody>
      </p:sp>
      <p:graphicFrame>
        <p:nvGraphicFramePr>
          <p:cNvPr id="6" name="Content Placeholder 2">
            <a:extLst>
              <a:ext uri="{FF2B5EF4-FFF2-40B4-BE49-F238E27FC236}">
                <a16:creationId xmlns:a16="http://schemas.microsoft.com/office/drawing/2014/main" id="{0684F8E8-A405-DAE6-B427-836EF4243E9D}"/>
              </a:ext>
            </a:extLst>
          </p:cNvPr>
          <p:cNvGraphicFramePr>
            <a:graphicFrameLocks noGrp="1"/>
          </p:cNvGraphicFramePr>
          <p:nvPr>
            <p:ph idx="1"/>
            <p:extLst>
              <p:ext uri="{D42A27DB-BD31-4B8C-83A1-F6EECF244321}">
                <p14:modId xmlns:p14="http://schemas.microsoft.com/office/powerpoint/2010/main" val="205706462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green and black logo&#10;&#10;AI-generated content may be incorrect.">
            <a:extLst>
              <a:ext uri="{FF2B5EF4-FFF2-40B4-BE49-F238E27FC236}">
                <a16:creationId xmlns:a16="http://schemas.microsoft.com/office/drawing/2014/main" id="{A8FABC80-DBA3-06F6-4431-F70E2EC3635A}"/>
              </a:ext>
            </a:extLst>
          </p:cNvPr>
          <p:cNvPicPr>
            <a:picLocks noChangeAspect="1"/>
          </p:cNvPicPr>
          <p:nvPr/>
        </p:nvPicPr>
        <p:blipFill>
          <a:blip r:embed="rId8"/>
          <a:stretch>
            <a:fillRect/>
          </a:stretch>
        </p:blipFill>
        <p:spPr>
          <a:xfrm>
            <a:off x="-72806" y="6275584"/>
            <a:ext cx="1331237" cy="5824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CE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rgbClr val="1F497D"/>
                </a:solidFill>
                <a:latin typeface="Montserrat" pitchFamily="2" charset="77"/>
              </a:rPr>
              <a:t>Impact &amp; Measurement</a:t>
            </a:r>
          </a:p>
        </p:txBody>
      </p:sp>
      <p:sp>
        <p:nvSpPr>
          <p:cNvPr id="3" name="Content Placeholder 2"/>
          <p:cNvSpPr>
            <a:spLocks noGrp="1"/>
          </p:cNvSpPr>
          <p:nvPr>
            <p:ph idx="1"/>
          </p:nvPr>
        </p:nvSpPr>
        <p:spPr/>
        <p:txBody>
          <a:bodyPr>
            <a:normAutofit/>
          </a:bodyPr>
          <a:lstStyle/>
          <a:p>
            <a:pPr marL="0" indent="0">
              <a:buNone/>
            </a:pPr>
            <a:r>
              <a:rPr sz="2000" b="1" dirty="0">
                <a:solidFill>
                  <a:srgbClr val="1F497D"/>
                </a:solidFill>
                <a:latin typeface="Montserrat" pitchFamily="2" charset="77"/>
              </a:rPr>
              <a:t>Operational impact:</a:t>
            </a:r>
          </a:p>
          <a:p>
            <a:r>
              <a:rPr sz="2000" dirty="0">
                <a:solidFill>
                  <a:srgbClr val="1F497D"/>
                </a:solidFill>
                <a:latin typeface="Montserrat" pitchFamily="2" charset="77"/>
              </a:rPr>
              <a:t>Faster frontline readiness</a:t>
            </a:r>
          </a:p>
          <a:p>
            <a:r>
              <a:rPr sz="2000" dirty="0">
                <a:solidFill>
                  <a:srgbClr val="1F497D"/>
                </a:solidFill>
                <a:latin typeface="Montserrat" pitchFamily="2" charset="77"/>
              </a:rPr>
              <a:t>Fewer avoidable escalations</a:t>
            </a:r>
          </a:p>
          <a:p>
            <a:r>
              <a:rPr sz="2000" dirty="0">
                <a:solidFill>
                  <a:srgbClr val="1F497D"/>
                </a:solidFill>
                <a:latin typeface="Montserrat" pitchFamily="2" charset="77"/>
              </a:rPr>
              <a:t>More consistent customer messaging</a:t>
            </a:r>
          </a:p>
          <a:p>
            <a:r>
              <a:rPr sz="2000" dirty="0">
                <a:solidFill>
                  <a:srgbClr val="1F497D"/>
                </a:solidFill>
                <a:latin typeface="Montserrat" pitchFamily="2" charset="77"/>
              </a:rPr>
              <a:t>Improved customer confidence </a:t>
            </a:r>
            <a:endParaRPr lang="en-US" sz="2000" dirty="0">
              <a:solidFill>
                <a:srgbClr val="1F497D"/>
              </a:solidFill>
              <a:latin typeface="Montserrat" pitchFamily="2" charset="77"/>
            </a:endParaRPr>
          </a:p>
          <a:p>
            <a:endParaRPr sz="2000" dirty="0">
              <a:solidFill>
                <a:srgbClr val="1F497D"/>
              </a:solidFill>
              <a:latin typeface="Montserrat" pitchFamily="2" charset="77"/>
            </a:endParaRPr>
          </a:p>
          <a:p>
            <a:pPr marL="0" indent="0">
              <a:buNone/>
            </a:pPr>
            <a:r>
              <a:rPr sz="2000" b="1" dirty="0">
                <a:solidFill>
                  <a:srgbClr val="1F497D"/>
                </a:solidFill>
                <a:latin typeface="Montserrat" pitchFamily="2" charset="77"/>
              </a:rPr>
              <a:t>Measurement:</a:t>
            </a:r>
          </a:p>
          <a:p>
            <a:r>
              <a:rPr sz="2000" dirty="0">
                <a:solidFill>
                  <a:srgbClr val="1F497D"/>
                </a:solidFill>
                <a:latin typeface="Montserrat" pitchFamily="2" charset="77"/>
              </a:rPr>
              <a:t>Skill Benchmark proficiency scores</a:t>
            </a:r>
          </a:p>
          <a:p>
            <a:r>
              <a:rPr lang="en-US" sz="2000" dirty="0">
                <a:solidFill>
                  <a:srgbClr val="1F497D"/>
                </a:solidFill>
                <a:latin typeface="Montserrat" pitchFamily="2" charset="77"/>
              </a:rPr>
              <a:t>AI-</a:t>
            </a:r>
            <a:r>
              <a:rPr sz="2000" dirty="0">
                <a:solidFill>
                  <a:srgbClr val="1F497D"/>
                </a:solidFill>
                <a:latin typeface="Montserrat" pitchFamily="2" charset="77"/>
              </a:rPr>
              <a:t>Simulation performance insights</a:t>
            </a:r>
          </a:p>
          <a:p>
            <a:r>
              <a:rPr sz="2000" dirty="0">
                <a:solidFill>
                  <a:srgbClr val="1F497D"/>
                </a:solidFill>
                <a:latin typeface="Montserrat" pitchFamily="2" charset="77"/>
              </a:rPr>
              <a:t>Early post-launch support trends</a:t>
            </a:r>
          </a:p>
        </p:txBody>
      </p:sp>
      <p:pic>
        <p:nvPicPr>
          <p:cNvPr id="4" name="Picture 3" descr="A green and black logo&#10;&#10;AI-generated content may be incorrect.">
            <a:extLst>
              <a:ext uri="{FF2B5EF4-FFF2-40B4-BE49-F238E27FC236}">
                <a16:creationId xmlns:a16="http://schemas.microsoft.com/office/drawing/2014/main" id="{061F5BDD-140E-A3CC-A0A1-CBAB349297E2}"/>
              </a:ext>
            </a:extLst>
          </p:cNvPr>
          <p:cNvPicPr>
            <a:picLocks noChangeAspect="1"/>
          </p:cNvPicPr>
          <p:nvPr/>
        </p:nvPicPr>
        <p:blipFill>
          <a:blip r:embed="rId3"/>
          <a:stretch>
            <a:fillRect/>
          </a:stretch>
        </p:blipFill>
        <p:spPr>
          <a:xfrm>
            <a:off x="-72806" y="6275584"/>
            <a:ext cx="1331237" cy="5824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CE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rgbClr val="1F497D"/>
                </a:solidFill>
                <a:latin typeface="Montserrat" pitchFamily="2" charset="77"/>
              </a:rPr>
              <a:t>How This Will Be Used</a:t>
            </a:r>
          </a:p>
        </p:txBody>
      </p:sp>
      <p:graphicFrame>
        <p:nvGraphicFramePr>
          <p:cNvPr id="6" name="Content Placeholder 2">
            <a:extLst>
              <a:ext uri="{FF2B5EF4-FFF2-40B4-BE49-F238E27FC236}">
                <a16:creationId xmlns:a16="http://schemas.microsoft.com/office/drawing/2014/main" id="{B4225FB9-26FB-4CE4-21F8-7ACF5DDF6977}"/>
              </a:ext>
            </a:extLst>
          </p:cNvPr>
          <p:cNvGraphicFramePr>
            <a:graphicFrameLocks noGrp="1"/>
          </p:cNvGraphicFramePr>
          <p:nvPr>
            <p:ph idx="1"/>
            <p:extLst>
              <p:ext uri="{D42A27DB-BD31-4B8C-83A1-F6EECF244321}">
                <p14:modId xmlns:p14="http://schemas.microsoft.com/office/powerpoint/2010/main" val="3609455784"/>
              </p:ext>
            </p:extLst>
          </p:nvPr>
        </p:nvGraphicFramePr>
        <p:xfrm>
          <a:off x="457200" y="1417638"/>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green and black logo&#10;&#10;AI-generated content may be incorrect.">
            <a:extLst>
              <a:ext uri="{FF2B5EF4-FFF2-40B4-BE49-F238E27FC236}">
                <a16:creationId xmlns:a16="http://schemas.microsoft.com/office/drawing/2014/main" id="{04C9E8DB-E2FB-4BBB-04D2-C02C532C0046}"/>
              </a:ext>
            </a:extLst>
          </p:cNvPr>
          <p:cNvPicPr>
            <a:picLocks noChangeAspect="1"/>
          </p:cNvPicPr>
          <p:nvPr/>
        </p:nvPicPr>
        <p:blipFill>
          <a:blip r:embed="rId8"/>
          <a:stretch>
            <a:fillRect/>
          </a:stretch>
        </p:blipFill>
        <p:spPr>
          <a:xfrm>
            <a:off x="-72806" y="6275584"/>
            <a:ext cx="1331237" cy="5824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4E77C40415A447B1A5E6E3B0BBBE38" ma:contentTypeVersion="32" ma:contentTypeDescription="Create a new document." ma:contentTypeScope="" ma:versionID="743d27a171b38e51dc0825ebe0635717">
  <xsd:schema xmlns:xsd="http://www.w3.org/2001/XMLSchema" xmlns:xs="http://www.w3.org/2001/XMLSchema" xmlns:p="http://schemas.microsoft.com/office/2006/metadata/properties" xmlns:ns2="0078c976-09da-4f61-93a5-3c2380d93b43" xmlns:ns3="e75993d2-21ca-4a33-bd42-a1f6d8989613" xmlns:ns4="567d2312-0729-48ba-857e-77359d3146cd" targetNamespace="http://schemas.microsoft.com/office/2006/metadata/properties" ma:root="true" ma:fieldsID="5567eb3e108158686c805a2b44069663" ns2:_="" ns3:_="" ns4:_="">
    <xsd:import namespace="0078c976-09da-4f61-93a5-3c2380d93b43"/>
    <xsd:import namespace="e75993d2-21ca-4a33-bd42-a1f6d8989613"/>
    <xsd:import namespace="567d2312-0729-48ba-857e-77359d3146c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3:TaxKeywordTaxHTField" minOccurs="0"/>
                <xsd:element ref="ns4:TaxCatchAll" minOccurs="0"/>
                <xsd:element ref="ns2:Audience" minOccurs="0"/>
                <xsd:element ref="ns2:MediaLengthInSeconds" minOccurs="0"/>
                <xsd:element ref="ns2:Notes0" minOccurs="0"/>
                <xsd:element ref="ns2:lcf76f155ced4ddcb4097134ff3c332f" minOccurs="0"/>
                <xsd:element ref="ns2:Test" minOccurs="0"/>
                <xsd:element ref="ns2:ContentArea" minOccurs="0"/>
                <xsd:element ref="ns2:OwnerorCreator" minOccurs="0"/>
                <xsd:element ref="ns2:RevSpotlink" minOccurs="0"/>
                <xsd:element ref="ns2:Additional_x0020_Info" minOccurs="0"/>
                <xsd:element ref="ns2:Details" minOccurs="0"/>
                <xsd:element ref="ns2:_Flow_SignoffStatus" minOccurs="0"/>
                <xsd:element ref="ns2:MediaServiceObjectDetectorVersions" minOccurs="0"/>
                <xsd:element ref="ns2:MediaServiceSearchProperties" minOccurs="0"/>
                <xsd:element ref="ns2:MediaServiceBillingMetadata" minOccurs="0"/>
                <xsd:element ref="ns2:Modality" minOccurs="0"/>
                <xsd:element ref="ns2:Inform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78c976-09da-4f61-93a5-3c2380d93b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Audience" ma:index="23" nillable="true" ma:displayName="Audience" ma:description="Indicates if a resource is intended for INTERNAL (skillsoft employees) or EXTERNAL (prospects, contacts)." ma:format="Dropdown" ma:internalName="Audience">
      <xsd:simpleType>
        <xsd:restriction base="dms:Choice">
          <xsd:enumeration value="Internal Only"/>
          <xsd:enumeration value="External / Customer Facing"/>
        </xsd:restriction>
      </xsd:simpleType>
    </xsd:element>
    <xsd:element name="MediaLengthInSeconds" ma:index="24" nillable="true" ma:displayName="Length (seconds)" ma:internalName="MediaLengthInSeconds" ma:readOnly="true">
      <xsd:simpleType>
        <xsd:restriction base="dms:Unknown"/>
      </xsd:simpleType>
    </xsd:element>
    <xsd:element name="Notes0" ma:index="25" nillable="true" ma:displayName="Notes" ma:description="Additional notes about this resource." ma:internalName="Notes0">
      <xsd:simpleType>
        <xsd:restriction base="dms:Text">
          <xsd:maxLength value="255"/>
        </xsd:restrictio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56c96b7e-5bf0-4834-8b97-10d0cc96332d" ma:termSetId="09814cd3-568e-fe90-9814-8d621ff8fb84" ma:anchorId="fba54fb3-c3e1-fe81-a776-ca4b69148c4d" ma:open="true" ma:isKeyword="false">
      <xsd:complexType>
        <xsd:sequence>
          <xsd:element ref="pc:Terms" minOccurs="0" maxOccurs="1"/>
        </xsd:sequence>
      </xsd:complexType>
    </xsd:element>
    <xsd:element name="Test" ma:index="28" nillable="true" ma:displayName="Test " ma:format="Dropdown" ma:internalName="Test">
      <xsd:simpleType>
        <xsd:restriction base="dms:Text">
          <xsd:maxLength value="255"/>
        </xsd:restriction>
      </xsd:simpleType>
    </xsd:element>
    <xsd:element name="ContentArea" ma:index="29" nillable="true" ma:displayName="Content Area" ma:format="Dropdown" ma:internalName="ContentArea">
      <xsd:simpleType>
        <xsd:restriction base="dms:Text">
          <xsd:maxLength value="255"/>
        </xsd:restriction>
      </xsd:simpleType>
    </xsd:element>
    <xsd:element name="OwnerorCreator" ma:index="30" nillable="true" ma:displayName="Creator/Owner" ma:format="Dropdown" ma:list="UserInfo" ma:SharePointGroup="0" ma:internalName="OwnerorCreato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Spotlink" ma:index="31" nillable="true" ma:displayName="Helpful Links" ma:description="The most up to date resource on this topic may be on Revspot or our Documentation site." ma:format="Hyperlink" ma:internalName="RevSpotlink">
      <xsd:complexType>
        <xsd:complexContent>
          <xsd:extension base="dms:URL">
            <xsd:sequence>
              <xsd:element name="Url" type="dms:ValidUrl" minOccurs="0" nillable="true"/>
              <xsd:element name="Description" type="xsd:string" nillable="true"/>
            </xsd:sequence>
          </xsd:extension>
        </xsd:complexContent>
      </xsd:complexType>
    </xsd:element>
    <xsd:element name="Additional_x0020_Info" ma:index="32" nillable="true" ma:displayName="Hyperlinks" ma:description="For links to take you to additional information." ma:format="Hyperlink" ma:internalName="Additional_x0020_Info">
      <xsd:complexType>
        <xsd:complexContent>
          <xsd:extension base="dms:URL">
            <xsd:sequence>
              <xsd:element name="Url" type="dms:ValidUrl" minOccurs="0" nillable="true"/>
              <xsd:element name="Description" type="xsd:string" nillable="true"/>
            </xsd:sequence>
          </xsd:extension>
        </xsd:complexContent>
      </xsd:complexType>
    </xsd:element>
    <xsd:element name="Details" ma:index="33" nillable="true" ma:displayName="Details" ma:format="Dropdown" ma:internalName="Details">
      <xsd:simpleType>
        <xsd:restriction base="dms:Note">
          <xsd:maxLength value="255"/>
        </xsd:restriction>
      </xsd:simpleType>
    </xsd:element>
    <xsd:element name="_Flow_SignoffStatus" ma:index="34" nillable="true" ma:displayName="Sign-off status" ma:internalName="Sign_x002d_off_x0020_status">
      <xsd:simpleType>
        <xsd:restriction base="dms:Text"/>
      </xsd:simpleType>
    </xsd:element>
    <xsd:element name="MediaServiceObjectDetectorVersions" ma:index="35" nillable="true" ma:displayName="MediaServiceObjectDetectorVersions" ma:hidden="true" ma:indexed="true" ma:internalName="MediaServiceObjectDetectorVersions" ma:readOnly="true">
      <xsd:simpleType>
        <xsd:restriction base="dms:Text"/>
      </xsd:simpleType>
    </xsd:element>
    <xsd:element name="MediaServiceSearchProperties" ma:index="36" nillable="true" ma:displayName="MediaServiceSearchProperties" ma:hidden="true" ma:internalName="MediaServiceSearchProperties" ma:readOnly="true">
      <xsd:simpleType>
        <xsd:restriction base="dms:Note"/>
      </xsd:simpleType>
    </xsd:element>
    <xsd:element name="MediaServiceBillingMetadata" ma:index="37" nillable="true" ma:displayName="MediaServiceBillingMetadata" ma:hidden="true" ma:internalName="MediaServiceBillingMetadata" ma:readOnly="true">
      <xsd:simpleType>
        <xsd:restriction base="dms:Note"/>
      </xsd:simpleType>
    </xsd:element>
    <xsd:element name="Modality" ma:index="38" nillable="true" ma:displayName="Modality" ma:description="Modality refers to the format or delivery method of learning content." ma:format="Dropdown" ma:internalName="Modality">
      <xsd:simpleType>
        <xsd:restriction base="dms:Choice">
          <xsd:enumeration value="Journey"/>
          <xsd:enumeration value="Blog"/>
          <xsd:enumeration value="Presentation"/>
          <xsd:enumeration value="Course"/>
          <xsd:enumeration value="Playbook"/>
          <xsd:enumeration value="White Paper"/>
          <xsd:enumeration value="Press Release"/>
          <xsd:enumeration value="Video"/>
          <xsd:enumeration value="Job Aid"/>
          <xsd:enumeration value="Demo Script"/>
          <xsd:enumeration value="Website"/>
          <xsd:enumeration value="Recorded Demo"/>
          <xsd:enumeration value="Documentation"/>
          <xsd:enumeration value="Simulation"/>
          <xsd:enumeration value="Project Plan"/>
        </xsd:restriction>
      </xsd:simpleType>
    </xsd:element>
    <xsd:element name="Information" ma:index="39" nillable="true" ma:displayName="Information" ma:description="This includes the Process &amp; step by step customer documentations for the guided evaluation." ma:format="Dropdown" ma:internalName="Informa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75993d2-21ca-4a33-bd42-a1f6d8989613"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KeywordTaxHTField" ma:index="21" nillable="true" ma:taxonomy="true" ma:internalName="TaxKeywordTaxHTField" ma:taxonomyFieldName="TaxKeyword" ma:displayName="Enterprise Keywords" ma:fieldId="{23f27201-bee3-471e-b2e7-b64fd8b7ca38}" ma:taxonomyMulti="true" ma:sspId="56c96b7e-5bf0-4834-8b97-10d0cc96332d"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67d2312-0729-48ba-857e-77359d3146c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a5d61246-7768-4b7d-bc08-91218514165b}" ma:internalName="TaxCatchAll" ma:showField="CatchAllData" ma:web="e75993d2-21ca-4a33-bd42-a1f6d89896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Flow_SignoffStatus xmlns="0078c976-09da-4f61-93a5-3c2380d93b43" xsi:nil="true"/>
    <Notes0 xmlns="0078c976-09da-4f61-93a5-3c2380d93b43" xsi:nil="true"/>
    <OwnerorCreator xmlns="0078c976-09da-4f61-93a5-3c2380d93b43">
      <UserInfo>
        <DisplayName/>
        <AccountId xsi:nil="true"/>
        <AccountType/>
      </UserInfo>
    </OwnerorCreator>
    <Modality xmlns="0078c976-09da-4f61-93a5-3c2380d93b43" xsi:nil="true"/>
    <RevSpotlink xmlns="0078c976-09da-4f61-93a5-3c2380d93b43">
      <Url xsi:nil="true"/>
      <Description xsi:nil="true"/>
    </RevSpotlink>
    <Test xmlns="0078c976-09da-4f61-93a5-3c2380d93b43" xsi:nil="true"/>
    <Additional_x0020_Info xmlns="0078c976-09da-4f61-93a5-3c2380d93b43">
      <Url xsi:nil="true"/>
      <Description xsi:nil="true"/>
    </Additional_x0020_Info>
    <ContentArea xmlns="0078c976-09da-4f61-93a5-3c2380d93b43" xsi:nil="true"/>
    <Information xmlns="0078c976-09da-4f61-93a5-3c2380d93b43" xsi:nil="true"/>
    <TaxKeywordTaxHTField xmlns="e75993d2-21ca-4a33-bd42-a1f6d8989613">
      <Terms xmlns="http://schemas.microsoft.com/office/infopath/2007/PartnerControls"/>
    </TaxKeywordTaxHTField>
    <TaxCatchAll xmlns="567d2312-0729-48ba-857e-77359d3146cd" xsi:nil="true"/>
    <Details xmlns="0078c976-09da-4f61-93a5-3c2380d93b43" xsi:nil="true"/>
    <Audience xmlns="0078c976-09da-4f61-93a5-3c2380d93b43" xsi:nil="true"/>
    <lcf76f155ced4ddcb4097134ff3c332f xmlns="0078c976-09da-4f61-93a5-3c2380d93b4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CF31A2-9E58-49F0-9851-E44E903E42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78c976-09da-4f61-93a5-3c2380d93b43"/>
    <ds:schemaRef ds:uri="e75993d2-21ca-4a33-bd42-a1f6d8989613"/>
    <ds:schemaRef ds:uri="567d2312-0729-48ba-857e-77359d3146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5A65E21-DC8C-4C23-B8B3-E7C003988019}">
  <ds:schemaRefs>
    <ds:schemaRef ds:uri="http://schemas.microsoft.com/office/2006/metadata/properties"/>
    <ds:schemaRef ds:uri="http://schemas.microsoft.com/office/infopath/2007/PartnerControls"/>
    <ds:schemaRef ds:uri="0078c976-09da-4f61-93a5-3c2380d93b43"/>
    <ds:schemaRef ds:uri="e75993d2-21ca-4a33-bd42-a1f6d8989613"/>
    <ds:schemaRef ds:uri="567d2312-0729-48ba-857e-77359d3146cd"/>
  </ds:schemaRefs>
</ds:datastoreItem>
</file>

<file path=customXml/itemProps3.xml><?xml version="1.0" encoding="utf-8"?>
<ds:datastoreItem xmlns:ds="http://schemas.openxmlformats.org/officeDocument/2006/customXml" ds:itemID="{0637BF4E-8ABB-4C1A-8739-454E6F5A3DC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2527</TotalTime>
  <Words>820</Words>
  <Application>Microsoft Office PowerPoint</Application>
  <PresentationFormat>On-screen Show (4:3)</PresentationFormat>
  <Paragraphs>107</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The Digital Customer Experience Launch</vt:lpstr>
      <vt:lpstr>Why We’re Doing This</vt:lpstr>
      <vt:lpstr>The Problems We’re Solving</vt:lpstr>
      <vt:lpstr>What We’re Launching</vt:lpstr>
      <vt:lpstr>How We’re Solving It</vt:lpstr>
      <vt:lpstr>Frontline Enablement Plan</vt:lpstr>
      <vt:lpstr>Impact &amp; Measurement</vt:lpstr>
      <vt:lpstr>How This Will Be Used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Judy Li</cp:lastModifiedBy>
  <cp:revision>4</cp:revision>
  <dcterms:created xsi:type="dcterms:W3CDTF">2013-01-27T09:14:16Z</dcterms:created>
  <dcterms:modified xsi:type="dcterms:W3CDTF">2026-01-23T11:21:15Z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0x0101006A4E77C40415A447B1A5E6E3B0BBBE38</vt:lpwstr>
  </property>
  <property fmtid="{D5CDD505-2E9C-101B-9397-08002B2CF9AE}" pid="3" name="TaxKeyword">
    <vt:lpwstr/>
  </property>
  <property fmtid="{D5CDD505-2E9C-101B-9397-08002B2CF9AE}" pid="4" name="MediaServiceImageTags">
    <vt:lpwstr/>
  </property>
</Properties>
</file>